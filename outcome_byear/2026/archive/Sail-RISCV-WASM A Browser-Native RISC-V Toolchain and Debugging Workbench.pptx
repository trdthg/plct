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66" r:id="rId2"/>
  </p:sldIdLst>
  <p:sldSz cx="30275213" cy="42803763"/>
  <p:notesSz cx="6858000" cy="9144000"/>
  <p:custDataLst>
    <p:tags r:id="rId4"/>
  </p:custDataLst>
  <p:defaultTextStyle>
    <a:defPPr>
      <a:defRPr lang="zh-CN"/>
    </a:defPPr>
    <a:lvl1pPr marL="0" lvl="0" indent="0" algn="l" defTabSz="914400" rtl="0" eaLnBrk="0" fontAlgn="base" latinLnBrk="0" hangingPunct="0">
      <a:lnSpc>
        <a:spcPct val="100000"/>
      </a:lnSpc>
      <a:spcBef>
        <a:spcPct val="0"/>
      </a:spcBef>
      <a:spcAft>
        <a:spcPct val="0"/>
      </a:spcAft>
      <a:buNone/>
      <a:defRPr sz="7700" b="0" i="0" u="none" kern="1200" baseline="0">
        <a:solidFill>
          <a:schemeClr val="tx1"/>
        </a:solidFill>
        <a:latin typeface="Arial" panose="020B0604020202020204" pitchFamily="34" charset="0"/>
        <a:ea typeface="宋体" panose="02010600030101010101" pitchFamily="2" charset="-122"/>
        <a:cs typeface="+mn-cs"/>
      </a:defRPr>
    </a:lvl1pPr>
    <a:lvl2pPr marL="415925" lvl="1" indent="41275" algn="l" defTabSz="914400" rtl="0" eaLnBrk="0" fontAlgn="base" latinLnBrk="0" hangingPunct="0">
      <a:lnSpc>
        <a:spcPct val="100000"/>
      </a:lnSpc>
      <a:spcBef>
        <a:spcPct val="0"/>
      </a:spcBef>
      <a:spcAft>
        <a:spcPct val="0"/>
      </a:spcAft>
      <a:buNone/>
      <a:defRPr sz="7700" b="0" i="0" u="none" kern="1200" baseline="0">
        <a:solidFill>
          <a:schemeClr val="tx1"/>
        </a:solidFill>
        <a:latin typeface="Arial" panose="020B0604020202020204" pitchFamily="34" charset="0"/>
        <a:ea typeface="宋体" panose="02010600030101010101" pitchFamily="2" charset="-122"/>
        <a:cs typeface="+mn-cs"/>
      </a:defRPr>
    </a:lvl2pPr>
    <a:lvl3pPr marL="831850" lvl="2" indent="82550" algn="l" defTabSz="914400" rtl="0" eaLnBrk="0" fontAlgn="base" latinLnBrk="0" hangingPunct="0">
      <a:lnSpc>
        <a:spcPct val="100000"/>
      </a:lnSpc>
      <a:spcBef>
        <a:spcPct val="0"/>
      </a:spcBef>
      <a:spcAft>
        <a:spcPct val="0"/>
      </a:spcAft>
      <a:buNone/>
      <a:defRPr sz="7700" b="0" i="0" u="none" kern="1200" baseline="0">
        <a:solidFill>
          <a:schemeClr val="tx1"/>
        </a:solidFill>
        <a:latin typeface="Arial" panose="020B0604020202020204" pitchFamily="34" charset="0"/>
        <a:ea typeface="宋体" panose="02010600030101010101" pitchFamily="2" charset="-122"/>
        <a:cs typeface="+mn-cs"/>
      </a:defRPr>
    </a:lvl3pPr>
    <a:lvl4pPr marL="1247775" lvl="3" indent="123825" algn="l" defTabSz="914400" rtl="0" eaLnBrk="0" fontAlgn="base" latinLnBrk="0" hangingPunct="0">
      <a:lnSpc>
        <a:spcPct val="100000"/>
      </a:lnSpc>
      <a:spcBef>
        <a:spcPct val="0"/>
      </a:spcBef>
      <a:spcAft>
        <a:spcPct val="0"/>
      </a:spcAft>
      <a:buNone/>
      <a:defRPr sz="7700" b="0" i="0" u="none" kern="1200" baseline="0">
        <a:solidFill>
          <a:schemeClr val="tx1"/>
        </a:solidFill>
        <a:latin typeface="Arial" panose="020B0604020202020204" pitchFamily="34" charset="0"/>
        <a:ea typeface="宋体" panose="02010600030101010101" pitchFamily="2" charset="-122"/>
        <a:cs typeface="+mn-cs"/>
      </a:defRPr>
    </a:lvl4pPr>
    <a:lvl5pPr marL="1663700" lvl="4" indent="165100" algn="l" defTabSz="914400" rtl="0" eaLnBrk="0" fontAlgn="base" latinLnBrk="0" hangingPunct="0">
      <a:lnSpc>
        <a:spcPct val="100000"/>
      </a:lnSpc>
      <a:spcBef>
        <a:spcPct val="0"/>
      </a:spcBef>
      <a:spcAft>
        <a:spcPct val="0"/>
      </a:spcAft>
      <a:buNone/>
      <a:defRPr sz="7700" b="0" i="0" u="none" kern="1200" baseline="0">
        <a:solidFill>
          <a:schemeClr val="tx1"/>
        </a:solidFill>
        <a:latin typeface="Arial" panose="020B0604020202020204" pitchFamily="34" charset="0"/>
        <a:ea typeface="宋体" panose="02010600030101010101" pitchFamily="2" charset="-122"/>
        <a:cs typeface="+mn-cs"/>
      </a:defRPr>
    </a:lvl5pPr>
    <a:lvl6pPr marL="2286000" lvl="5" indent="165100" algn="l" defTabSz="914400" rtl="0" eaLnBrk="0" fontAlgn="base" latinLnBrk="0" hangingPunct="0">
      <a:lnSpc>
        <a:spcPct val="100000"/>
      </a:lnSpc>
      <a:spcBef>
        <a:spcPct val="0"/>
      </a:spcBef>
      <a:spcAft>
        <a:spcPct val="0"/>
      </a:spcAft>
      <a:buNone/>
      <a:defRPr sz="7700" b="0" i="0" u="none" kern="1200" baseline="0">
        <a:solidFill>
          <a:schemeClr val="tx1"/>
        </a:solidFill>
        <a:latin typeface="Arial" panose="020B0604020202020204" pitchFamily="34" charset="0"/>
        <a:ea typeface="宋体" panose="02010600030101010101" pitchFamily="2" charset="-122"/>
        <a:cs typeface="+mn-cs"/>
      </a:defRPr>
    </a:lvl6pPr>
    <a:lvl7pPr marL="2743200" lvl="6" indent="165100" algn="l" defTabSz="914400" rtl="0" eaLnBrk="0" fontAlgn="base" latinLnBrk="0" hangingPunct="0">
      <a:lnSpc>
        <a:spcPct val="100000"/>
      </a:lnSpc>
      <a:spcBef>
        <a:spcPct val="0"/>
      </a:spcBef>
      <a:spcAft>
        <a:spcPct val="0"/>
      </a:spcAft>
      <a:buNone/>
      <a:defRPr sz="7700" b="0" i="0" u="none" kern="1200" baseline="0">
        <a:solidFill>
          <a:schemeClr val="tx1"/>
        </a:solidFill>
        <a:latin typeface="Arial" panose="020B0604020202020204" pitchFamily="34" charset="0"/>
        <a:ea typeface="宋体" panose="02010600030101010101" pitchFamily="2" charset="-122"/>
        <a:cs typeface="+mn-cs"/>
      </a:defRPr>
    </a:lvl7pPr>
    <a:lvl8pPr marL="3200400" lvl="7" indent="165100" algn="l" defTabSz="914400" rtl="0" eaLnBrk="0" fontAlgn="base" latinLnBrk="0" hangingPunct="0">
      <a:lnSpc>
        <a:spcPct val="100000"/>
      </a:lnSpc>
      <a:spcBef>
        <a:spcPct val="0"/>
      </a:spcBef>
      <a:spcAft>
        <a:spcPct val="0"/>
      </a:spcAft>
      <a:buNone/>
      <a:defRPr sz="7700" b="0" i="0" u="none" kern="1200" baseline="0">
        <a:solidFill>
          <a:schemeClr val="tx1"/>
        </a:solidFill>
        <a:latin typeface="Arial" panose="020B0604020202020204" pitchFamily="34" charset="0"/>
        <a:ea typeface="宋体" panose="02010600030101010101" pitchFamily="2" charset="-122"/>
        <a:cs typeface="+mn-cs"/>
      </a:defRPr>
    </a:lvl8pPr>
    <a:lvl9pPr marL="3657600" lvl="8" indent="165100" algn="l" defTabSz="914400" rtl="0" eaLnBrk="0" fontAlgn="base" latinLnBrk="0" hangingPunct="0">
      <a:lnSpc>
        <a:spcPct val="100000"/>
      </a:lnSpc>
      <a:spcBef>
        <a:spcPct val="0"/>
      </a:spcBef>
      <a:spcAft>
        <a:spcPct val="0"/>
      </a:spcAft>
      <a:buNone/>
      <a:defRPr sz="7700"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3481" userDrawn="1">
          <p15:clr>
            <a:srgbClr val="A4A3A4"/>
          </p15:clr>
        </p15:guide>
        <p15:guide id="2" pos="951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dthg t" initials="rt" lastIdx="1" clrIdx="0">
    <p:extLst>
      <p:ext uri="{19B8F6BF-5375-455C-9EA6-DF929625EA0E}">
        <p15:presenceInfo xmlns:p15="http://schemas.microsoft.com/office/powerpoint/2012/main" userId="43681890c667881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3C62"/>
    <a:srgbClr val="472F6F"/>
    <a:srgbClr val="DCE8F5"/>
    <a:srgbClr val="D1D1F0"/>
    <a:srgbClr val="FFCEA4"/>
    <a:srgbClr val="E09EE9"/>
    <a:srgbClr val="ABEBB3"/>
    <a:srgbClr val="426877"/>
    <a:srgbClr val="99C7F0"/>
    <a:srgbClr val="A7D8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11575" autoAdjust="0"/>
    <p:restoredTop sz="94660"/>
  </p:normalViewPr>
  <p:slideViewPr>
    <p:cSldViewPr snapToGrid="0" snapToObjects="1" showGuides="1">
      <p:cViewPr varScale="1">
        <p:scale>
          <a:sx n="15" d="100"/>
          <a:sy n="15" d="100"/>
        </p:scale>
        <p:origin x="3552" y="104"/>
      </p:cViewPr>
      <p:guideLst>
        <p:guide orient="horz" pos="13481"/>
        <p:guide pos="9512"/>
      </p:guideLst>
    </p:cSldViewPr>
  </p:slideViewPr>
  <p:notesTextViewPr>
    <p:cViewPr>
      <p:scale>
        <a:sx n="125" d="100"/>
        <a:sy n="125" d="100"/>
      </p:scale>
      <p:origin x="0" y="0"/>
    </p:cViewPr>
  </p:notesTextViewPr>
  <p:gridSpacing cx="71999" cy="71999"/>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tags" Target="tags/tag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buFont typeface="Arial" panose="020B0604020202020204" pitchFamily="34" charset="0"/>
              <a:buNone/>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buFont typeface="Arial" panose="020B0604020202020204" pitchFamily="34" charset="0"/>
              <a:buNone/>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8F19AD6-357B-4E4E-9AC9-FD0572FEB947}"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2026/5/11</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noChangeAspect="1"/>
          </p:cNvSpPr>
          <p:nvPr>
            <p:ph type="sldImg" idx="2"/>
          </p:nvPr>
        </p:nvSpPr>
        <p:spPr>
          <a:xfrm>
            <a:off x="2216305" y="685800"/>
            <a:ext cx="2425390" cy="3429000"/>
          </a:xfrm>
          <a:prstGeom prst="rect">
            <a:avLst/>
          </a:prstGeom>
          <a:noFill/>
          <a:ln w="9525">
            <a:noFill/>
          </a:ln>
        </p:spPr>
      </p:sp>
      <p:sp>
        <p:nvSpPr>
          <p:cNvPr id="2053"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1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p>
          <a:p>
            <a:pPr marL="415925" marR="0" lvl="1" indent="0" algn="l" defTabSz="914400" rtl="0" eaLnBrk="0" fontAlgn="base" latinLnBrk="0" hangingPunct="0">
              <a:lnSpc>
                <a:spcPct val="100000"/>
              </a:lnSpc>
              <a:spcBef>
                <a:spcPct val="30000"/>
              </a:spcBef>
              <a:spcAft>
                <a:spcPct val="0"/>
              </a:spcAft>
              <a:buClrTx/>
              <a:buSzTx/>
              <a:buFontTx/>
              <a:buNone/>
              <a:defRPr/>
            </a:pPr>
            <a:r>
              <a:rPr kumimoji="0" lang="zh-CN" altLang="en-US" sz="11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p>
          <a:p>
            <a:pPr marL="831850" marR="0" lvl="2" indent="0" algn="l" defTabSz="914400" rtl="0" eaLnBrk="0" fontAlgn="base" latinLnBrk="0" hangingPunct="0">
              <a:lnSpc>
                <a:spcPct val="100000"/>
              </a:lnSpc>
              <a:spcBef>
                <a:spcPct val="30000"/>
              </a:spcBef>
              <a:spcAft>
                <a:spcPct val="0"/>
              </a:spcAft>
              <a:buClrTx/>
              <a:buSzTx/>
              <a:buFontTx/>
              <a:buNone/>
              <a:defRPr/>
            </a:pPr>
            <a:r>
              <a:rPr kumimoji="0" lang="zh-CN" altLang="en-US" sz="11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p>
          <a:p>
            <a:pPr marL="1247775" marR="0" lvl="3" indent="0" algn="l" defTabSz="914400" rtl="0" eaLnBrk="0" fontAlgn="base" latinLnBrk="0" hangingPunct="0">
              <a:lnSpc>
                <a:spcPct val="100000"/>
              </a:lnSpc>
              <a:spcBef>
                <a:spcPct val="30000"/>
              </a:spcBef>
              <a:spcAft>
                <a:spcPct val="0"/>
              </a:spcAft>
              <a:buClrTx/>
              <a:buSzTx/>
              <a:buFontTx/>
              <a:buNone/>
              <a:defRPr/>
            </a:pPr>
            <a:r>
              <a:rPr kumimoji="0" lang="zh-CN" altLang="en-US" sz="11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p>
          <a:p>
            <a:pPr marL="16637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1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p>
        </p:txBody>
      </p:sp>
      <p:sp>
        <p:nvSpPr>
          <p:cNvPr id="2054"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buFont typeface="Arial" panose="020B0604020202020204" pitchFamily="34" charset="0"/>
              <a:buNone/>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1A918D4-D8A1-48DA-90A2-42161825DAF1}"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100" kern="1200">
        <a:solidFill>
          <a:schemeClr val="tx1"/>
        </a:solidFill>
        <a:latin typeface="Calibri" panose="020F0502020204030204" pitchFamily="34" charset="0"/>
        <a:ea typeface="宋体" panose="02010600030101010101" pitchFamily="2" charset="-122"/>
        <a:cs typeface="+mn-cs"/>
      </a:defRPr>
    </a:lvl1pPr>
    <a:lvl2pPr marL="415925" algn="l" rtl="0" eaLnBrk="0" fontAlgn="base" hangingPunct="0">
      <a:spcBef>
        <a:spcPct val="30000"/>
      </a:spcBef>
      <a:spcAft>
        <a:spcPct val="0"/>
      </a:spcAft>
      <a:defRPr sz="1100" kern="1200">
        <a:solidFill>
          <a:schemeClr val="tx1"/>
        </a:solidFill>
        <a:latin typeface="Calibri" panose="020F0502020204030204" pitchFamily="34" charset="0"/>
        <a:ea typeface="宋体" panose="02010600030101010101" pitchFamily="2" charset="-122"/>
        <a:cs typeface="+mn-cs"/>
      </a:defRPr>
    </a:lvl2pPr>
    <a:lvl3pPr marL="831850" algn="l" rtl="0" eaLnBrk="0" fontAlgn="base" hangingPunct="0">
      <a:spcBef>
        <a:spcPct val="30000"/>
      </a:spcBef>
      <a:spcAft>
        <a:spcPct val="0"/>
      </a:spcAft>
      <a:defRPr sz="1100" kern="1200">
        <a:solidFill>
          <a:schemeClr val="tx1"/>
        </a:solidFill>
        <a:latin typeface="Calibri" panose="020F0502020204030204" pitchFamily="34" charset="0"/>
        <a:ea typeface="宋体" panose="02010600030101010101" pitchFamily="2" charset="-122"/>
        <a:cs typeface="+mn-cs"/>
      </a:defRPr>
    </a:lvl3pPr>
    <a:lvl4pPr marL="1247775" algn="l" rtl="0" eaLnBrk="0" fontAlgn="base" hangingPunct="0">
      <a:spcBef>
        <a:spcPct val="30000"/>
      </a:spcBef>
      <a:spcAft>
        <a:spcPct val="0"/>
      </a:spcAft>
      <a:defRPr sz="1100" kern="1200">
        <a:solidFill>
          <a:schemeClr val="tx1"/>
        </a:solidFill>
        <a:latin typeface="Calibri" panose="020F0502020204030204" pitchFamily="34" charset="0"/>
        <a:ea typeface="宋体" panose="02010600030101010101" pitchFamily="2" charset="-122"/>
        <a:cs typeface="+mn-cs"/>
      </a:defRPr>
    </a:lvl4pPr>
    <a:lvl5pPr marL="1663700" algn="l" rtl="0" eaLnBrk="0" fontAlgn="base" hangingPunct="0">
      <a:spcBef>
        <a:spcPct val="30000"/>
      </a:spcBef>
      <a:spcAft>
        <a:spcPct val="0"/>
      </a:spcAft>
      <a:defRPr sz="1100" kern="1200">
        <a:solidFill>
          <a:schemeClr val="tx1"/>
        </a:solidFill>
        <a:latin typeface="Calibri" panose="020F0502020204030204" pitchFamily="34" charset="0"/>
        <a:ea typeface="宋体" panose="02010600030101010101" pitchFamily="2" charset="-122"/>
        <a:cs typeface="+mn-cs"/>
      </a:defRPr>
    </a:lvl5pPr>
    <a:lvl6pPr marL="2080260" algn="l" defTabSz="831850" rtl="0" eaLnBrk="1" latinLnBrk="0" hangingPunct="1">
      <a:defRPr sz="1100" kern="1200">
        <a:solidFill>
          <a:schemeClr val="tx1"/>
        </a:solidFill>
        <a:latin typeface="+mn-lt"/>
        <a:ea typeface="+mn-ea"/>
        <a:cs typeface="+mn-cs"/>
      </a:defRPr>
    </a:lvl6pPr>
    <a:lvl7pPr marL="2496185" algn="l" defTabSz="831850" rtl="0" eaLnBrk="1" latinLnBrk="0" hangingPunct="1">
      <a:defRPr sz="1100" kern="1200">
        <a:solidFill>
          <a:schemeClr val="tx1"/>
        </a:solidFill>
        <a:latin typeface="+mn-lt"/>
        <a:ea typeface="+mn-ea"/>
        <a:cs typeface="+mn-cs"/>
      </a:defRPr>
    </a:lvl7pPr>
    <a:lvl8pPr marL="2912110" algn="l" defTabSz="831850" rtl="0" eaLnBrk="1" latinLnBrk="0" hangingPunct="1">
      <a:defRPr sz="1100" kern="1200">
        <a:solidFill>
          <a:schemeClr val="tx1"/>
        </a:solidFill>
        <a:latin typeface="+mn-lt"/>
        <a:ea typeface="+mn-ea"/>
        <a:cs typeface="+mn-cs"/>
      </a:defRPr>
    </a:lvl8pPr>
    <a:lvl9pPr marL="3328035" algn="l" defTabSz="831850" rtl="0" eaLnBrk="1" latinLnBrk="0" hangingPunct="1">
      <a:defRPr sz="11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3784315" y="7004498"/>
            <a:ext cx="22707371" cy="14902438"/>
          </a:xfrm>
        </p:spPr>
        <p:txBody>
          <a:bodyPr anchor="b"/>
          <a:lstStyle>
            <a:lvl1pPr algn="ctr">
              <a:defRPr sz="7435"/>
            </a:lvl1pPr>
          </a:lstStyle>
          <a:p>
            <a:r>
              <a:rPr lang="zh-CN" altLang="en-US"/>
              <a:t>单击此处编辑母版标题样式</a:t>
            </a:r>
          </a:p>
        </p:txBody>
      </p:sp>
      <p:sp>
        <p:nvSpPr>
          <p:cNvPr id="3" name="副标题 2"/>
          <p:cNvSpPr>
            <a:spLocks noGrp="1"/>
          </p:cNvSpPr>
          <p:nvPr>
            <p:ph type="subTitle" idx="1"/>
          </p:nvPr>
        </p:nvSpPr>
        <p:spPr>
          <a:xfrm>
            <a:off x="3784315" y="22482637"/>
            <a:ext cx="22707371" cy="10334496"/>
          </a:xfrm>
        </p:spPr>
        <p:txBody>
          <a:bodyPr/>
          <a:lstStyle>
            <a:lvl1pPr marL="0" indent="0" algn="ctr">
              <a:buNone/>
              <a:defRPr sz="2975"/>
            </a:lvl1pPr>
            <a:lvl2pPr marL="561975" indent="0" algn="ctr">
              <a:buNone/>
              <a:defRPr sz="2570"/>
            </a:lvl2pPr>
            <a:lvl3pPr marL="1125220" indent="0" algn="ctr">
              <a:buNone/>
              <a:defRPr sz="2305"/>
            </a:lvl3pPr>
            <a:lvl4pPr marL="1687195" indent="0" algn="ctr">
              <a:buNone/>
              <a:defRPr sz="1890"/>
            </a:lvl4pPr>
            <a:lvl5pPr marL="2249170" indent="0" algn="ctr">
              <a:buNone/>
              <a:defRPr sz="1890"/>
            </a:lvl5pPr>
            <a:lvl6pPr marL="2812415" indent="0" algn="ctr">
              <a:buNone/>
              <a:defRPr sz="1890"/>
            </a:lvl6pPr>
            <a:lvl7pPr marL="3374390" indent="0" algn="ctr">
              <a:buNone/>
              <a:defRPr sz="1890"/>
            </a:lvl7pPr>
            <a:lvl8pPr marL="3936365" indent="0" algn="ctr">
              <a:buNone/>
              <a:defRPr sz="1890"/>
            </a:lvl8pPr>
            <a:lvl9pPr marL="4499610" indent="0" algn="ctr">
              <a:buNone/>
              <a:defRPr sz="1890"/>
            </a:lvl9pPr>
          </a:lstStyle>
          <a:p>
            <a:r>
              <a:rPr lang="zh-CN" altLang="en-US"/>
              <a:t>单击此处编辑母版副标题样式</a:t>
            </a:r>
          </a:p>
        </p:txBody>
      </p:sp>
      <p:sp>
        <p:nvSpPr>
          <p:cNvPr id="8" name="Rectangle 4"/>
          <p:cNvSpPr>
            <a:spLocks noGrp="1" noChangeArrowheads="1"/>
          </p:cNvSpPr>
          <p:nvPr>
            <p:ph type="dt" sz="half" idx="2"/>
          </p:nvPr>
        </p:nvSpPr>
        <p:spPr bwMode="auto">
          <a:xfrm>
            <a:off x="1512513" y="38982215"/>
            <a:ext cx="7066975" cy="2972500"/>
          </a:xfrm>
          <a:prstGeom prst="rect">
            <a:avLst/>
          </a:prstGeom>
        </p:spPr>
        <p:txBody>
          <a:bodyPr vert="horz" wrap="square" lIns="393061" tIns="196530" rIns="393061" bIns="19653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9B33151-9A15-412A-A725-D6326430A32A}" type="datetime1">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2026/5/11</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Rectangle 5"/>
          <p:cNvSpPr>
            <a:spLocks noGrp="1" noChangeArrowheads="1"/>
          </p:cNvSpPr>
          <p:nvPr>
            <p:ph type="ftr" sz="quarter" idx="3"/>
          </p:nvPr>
        </p:nvSpPr>
        <p:spPr bwMode="auto">
          <a:xfrm>
            <a:off x="10345159" y="38982215"/>
            <a:ext cx="9585684" cy="2972500"/>
          </a:xfrm>
          <a:prstGeom prst="rect">
            <a:avLst/>
          </a:prstGeom>
        </p:spPr>
        <p:txBody>
          <a:bodyPr vert="horz" wrap="square" lIns="393061" tIns="196530" rIns="393061" bIns="19653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 name="Rectangle 6"/>
          <p:cNvSpPr>
            <a:spLocks noGrp="1" noChangeArrowheads="1"/>
          </p:cNvSpPr>
          <p:nvPr>
            <p:ph type="sldNum" sz="quarter" idx="4"/>
          </p:nvPr>
        </p:nvSpPr>
        <p:spPr bwMode="auto">
          <a:xfrm>
            <a:off x="21696514" y="38982215"/>
            <a:ext cx="7066975" cy="2972500"/>
          </a:xfrm>
          <a:prstGeom prst="rect">
            <a:avLst/>
          </a:prstGeom>
        </p:spPr>
        <p:txBody>
          <a:bodyPr vert="horz" wrap="square" lIns="393061" tIns="196530" rIns="393061" bIns="19653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CF27412-A7EB-4261-B675-FA5A03B0099C}" type="slidenum">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576A3A-1EBE-4173-A795-2D0FDDDD978F}" type="datetime1">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2026/5/11</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C42354E-C934-4E98-A3D6-78422948EC2A}" type="slidenum">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2064983" y="10671122"/>
            <a:ext cx="26113404" cy="17806162"/>
          </a:xfrm>
        </p:spPr>
        <p:txBody>
          <a:bodyPr anchor="b"/>
          <a:lstStyle>
            <a:lvl1pPr>
              <a:defRPr sz="7435"/>
            </a:lvl1pPr>
          </a:lstStyle>
          <a:p>
            <a:r>
              <a:rPr lang="zh-CN" altLang="en-US"/>
              <a:t>单击此处编辑母版标题样式</a:t>
            </a:r>
          </a:p>
        </p:txBody>
      </p:sp>
      <p:sp>
        <p:nvSpPr>
          <p:cNvPr id="3" name="文本占位符 2"/>
          <p:cNvSpPr>
            <a:spLocks noGrp="1"/>
          </p:cNvSpPr>
          <p:nvPr>
            <p:ph type="body" idx="1"/>
          </p:nvPr>
        </p:nvSpPr>
        <p:spPr>
          <a:xfrm>
            <a:off x="2064983" y="28645585"/>
            <a:ext cx="26113404" cy="9362396"/>
          </a:xfrm>
        </p:spPr>
        <p:txBody>
          <a:bodyPr/>
          <a:lstStyle>
            <a:lvl1pPr marL="0" indent="0">
              <a:buNone/>
              <a:defRPr sz="2975"/>
            </a:lvl1pPr>
            <a:lvl2pPr marL="561975" indent="0">
              <a:buNone/>
              <a:defRPr sz="2570"/>
            </a:lvl2pPr>
            <a:lvl3pPr marL="1125220" indent="0">
              <a:buNone/>
              <a:defRPr sz="2305"/>
            </a:lvl3pPr>
            <a:lvl4pPr marL="1687195" indent="0">
              <a:buNone/>
              <a:defRPr sz="1890"/>
            </a:lvl4pPr>
            <a:lvl5pPr marL="2249170" indent="0">
              <a:buNone/>
              <a:defRPr sz="1890"/>
            </a:lvl5pPr>
            <a:lvl6pPr marL="2812415" indent="0">
              <a:buNone/>
              <a:defRPr sz="1890"/>
            </a:lvl6pPr>
            <a:lvl7pPr marL="3374390" indent="0">
              <a:buNone/>
              <a:defRPr sz="1890"/>
            </a:lvl7pPr>
            <a:lvl8pPr marL="3936365" indent="0">
              <a:buNone/>
              <a:defRPr sz="1890"/>
            </a:lvl8pPr>
            <a:lvl9pPr marL="4499610" indent="0">
              <a:buNone/>
              <a:defRPr sz="189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576A3A-1EBE-4173-A795-2D0FDDDD978F}" type="datetime1">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2026/5/11</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C42354E-C934-4E98-A3D6-78422948EC2A}" type="slidenum">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513132" y="9988443"/>
            <a:ext cx="13552920" cy="2824919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15208469" y="9988443"/>
            <a:ext cx="13554404" cy="2824919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576A3A-1EBE-4173-A795-2D0FDDDD978F}" type="datetime1">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2026/5/11</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C42354E-C934-4E98-A3D6-78422948EC2A}" type="slidenum">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2085749" y="2279255"/>
            <a:ext cx="26113404" cy="8273889"/>
          </a:xfrm>
        </p:spPr>
        <p:txBody>
          <a:bodyPr/>
          <a:lstStyle/>
          <a:p>
            <a:r>
              <a:rPr lang="zh-CN" altLang="en-US"/>
              <a:t>单击此处编辑母版标题样式</a:t>
            </a:r>
          </a:p>
        </p:txBody>
      </p:sp>
      <p:sp>
        <p:nvSpPr>
          <p:cNvPr id="3" name="文本占位符 2"/>
          <p:cNvSpPr>
            <a:spLocks noGrp="1"/>
          </p:cNvSpPr>
          <p:nvPr>
            <p:ph type="body" idx="1"/>
          </p:nvPr>
        </p:nvSpPr>
        <p:spPr>
          <a:xfrm>
            <a:off x="2085750" y="10493372"/>
            <a:ext cx="12808221" cy="5142081"/>
          </a:xfrm>
        </p:spPr>
        <p:txBody>
          <a:bodyPr anchor="b"/>
          <a:lstStyle>
            <a:lvl1pPr marL="0" indent="0">
              <a:buNone/>
              <a:defRPr sz="2975" b="1"/>
            </a:lvl1pPr>
            <a:lvl2pPr marL="561975" indent="0">
              <a:buNone/>
              <a:defRPr sz="2570" b="1"/>
            </a:lvl2pPr>
            <a:lvl3pPr marL="1125220" indent="0">
              <a:buNone/>
              <a:defRPr sz="2305" b="1"/>
            </a:lvl3pPr>
            <a:lvl4pPr marL="1687195" indent="0">
              <a:buNone/>
              <a:defRPr sz="1890" b="1"/>
            </a:lvl4pPr>
            <a:lvl5pPr marL="2249170" indent="0">
              <a:buNone/>
              <a:defRPr sz="1890" b="1"/>
            </a:lvl5pPr>
            <a:lvl6pPr marL="2812415" indent="0">
              <a:buNone/>
              <a:defRPr sz="1890" b="1"/>
            </a:lvl6pPr>
            <a:lvl7pPr marL="3374390" indent="0">
              <a:buNone/>
              <a:defRPr sz="1890" b="1"/>
            </a:lvl7pPr>
            <a:lvl8pPr marL="3936365" indent="0">
              <a:buNone/>
              <a:defRPr sz="1890" b="1"/>
            </a:lvl8pPr>
            <a:lvl9pPr marL="4499610" indent="0">
              <a:buNone/>
              <a:defRPr sz="1890" b="1"/>
            </a:lvl9pPr>
          </a:lstStyle>
          <a:p>
            <a:pPr lvl="0"/>
            <a:r>
              <a:rPr lang="zh-CN" altLang="en-US"/>
              <a:t>单击此处编辑母版文本样式</a:t>
            </a:r>
          </a:p>
        </p:txBody>
      </p:sp>
      <p:sp>
        <p:nvSpPr>
          <p:cNvPr id="4" name="内容占位符 3"/>
          <p:cNvSpPr>
            <a:spLocks noGrp="1"/>
          </p:cNvSpPr>
          <p:nvPr>
            <p:ph sz="half" idx="2"/>
          </p:nvPr>
        </p:nvSpPr>
        <p:spPr>
          <a:xfrm>
            <a:off x="2085750" y="15635449"/>
            <a:ext cx="12808221" cy="229970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15327143" y="10493372"/>
            <a:ext cx="12872012" cy="5142081"/>
          </a:xfrm>
        </p:spPr>
        <p:txBody>
          <a:bodyPr anchor="b"/>
          <a:lstStyle>
            <a:lvl1pPr marL="0" indent="0">
              <a:buNone/>
              <a:defRPr sz="2975" b="1"/>
            </a:lvl1pPr>
            <a:lvl2pPr marL="561975" indent="0">
              <a:buNone/>
              <a:defRPr sz="2570" b="1"/>
            </a:lvl2pPr>
            <a:lvl3pPr marL="1125220" indent="0">
              <a:buNone/>
              <a:defRPr sz="2305" b="1"/>
            </a:lvl3pPr>
            <a:lvl4pPr marL="1687195" indent="0">
              <a:buNone/>
              <a:defRPr sz="1890" b="1"/>
            </a:lvl4pPr>
            <a:lvl5pPr marL="2249170" indent="0">
              <a:buNone/>
              <a:defRPr sz="1890" b="1"/>
            </a:lvl5pPr>
            <a:lvl6pPr marL="2812415" indent="0">
              <a:buNone/>
              <a:defRPr sz="1890" b="1"/>
            </a:lvl6pPr>
            <a:lvl7pPr marL="3374390" indent="0">
              <a:buNone/>
              <a:defRPr sz="1890" b="1"/>
            </a:lvl7pPr>
            <a:lvl8pPr marL="3936365" indent="0">
              <a:buNone/>
              <a:defRPr sz="1890" b="1"/>
            </a:lvl8pPr>
            <a:lvl9pPr marL="4499610" indent="0">
              <a:buNone/>
              <a:defRPr sz="1890" b="1"/>
            </a:lvl9pPr>
          </a:lstStyle>
          <a:p>
            <a:pPr lvl="0"/>
            <a:r>
              <a:rPr lang="zh-CN" altLang="en-US"/>
              <a:t>单击此处编辑母版文本样式</a:t>
            </a:r>
          </a:p>
        </p:txBody>
      </p:sp>
      <p:sp>
        <p:nvSpPr>
          <p:cNvPr id="6" name="内容占位符 5"/>
          <p:cNvSpPr>
            <a:spLocks noGrp="1"/>
          </p:cNvSpPr>
          <p:nvPr>
            <p:ph sz="quarter" idx="4"/>
          </p:nvPr>
        </p:nvSpPr>
        <p:spPr>
          <a:xfrm>
            <a:off x="15327143" y="15635449"/>
            <a:ext cx="12872012" cy="229970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576A3A-1EBE-4173-A795-2D0FDDDD978F}" type="datetime1">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2026/5/11</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C42354E-C934-4E98-A3D6-78422948EC2A}" type="slidenum">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576A3A-1EBE-4173-A795-2D0FDDDD978F}" type="datetime1">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2026/5/11</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C42354E-C934-4E98-A3D6-78422948EC2A}" type="slidenum">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576A3A-1EBE-4173-A795-2D0FDDDD978F}" type="datetime1">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2026/5/11</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C42354E-C934-4E98-A3D6-78422948EC2A}" type="slidenum">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2085756" y="2853391"/>
            <a:ext cx="9764155" cy="9988440"/>
          </a:xfrm>
        </p:spPr>
        <p:txBody>
          <a:bodyPr anchor="b"/>
          <a:lstStyle>
            <a:lvl1pPr>
              <a:defRPr sz="3920"/>
            </a:lvl1pPr>
          </a:lstStyle>
          <a:p>
            <a:r>
              <a:rPr lang="zh-CN" altLang="en-US"/>
              <a:t>单击此处编辑母版标题样式</a:t>
            </a:r>
          </a:p>
        </p:txBody>
      </p:sp>
      <p:sp>
        <p:nvSpPr>
          <p:cNvPr id="3" name="内容占位符 2"/>
          <p:cNvSpPr>
            <a:spLocks noGrp="1"/>
          </p:cNvSpPr>
          <p:nvPr>
            <p:ph idx="1"/>
          </p:nvPr>
        </p:nvSpPr>
        <p:spPr>
          <a:xfrm>
            <a:off x="12870529" y="6162952"/>
            <a:ext cx="15328628" cy="30418337"/>
          </a:xfrm>
        </p:spPr>
        <p:txBody>
          <a:bodyPr/>
          <a:lstStyle>
            <a:lvl1pPr>
              <a:defRPr sz="3920"/>
            </a:lvl1pPr>
            <a:lvl2pPr>
              <a:defRPr sz="3385"/>
            </a:lvl2pPr>
            <a:lvl3pPr>
              <a:defRPr sz="2975"/>
            </a:lvl3pPr>
            <a:lvl4pPr>
              <a:defRPr sz="2570"/>
            </a:lvl4pPr>
            <a:lvl5pPr>
              <a:defRPr sz="2570"/>
            </a:lvl5pPr>
            <a:lvl6pPr>
              <a:defRPr sz="2570"/>
            </a:lvl6pPr>
            <a:lvl7pPr>
              <a:defRPr sz="2570"/>
            </a:lvl7pPr>
            <a:lvl8pPr>
              <a:defRPr sz="2570"/>
            </a:lvl8pPr>
            <a:lvl9pPr>
              <a:defRPr sz="257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2085756" y="12841835"/>
            <a:ext cx="9764155" cy="23789788"/>
          </a:xfrm>
        </p:spPr>
        <p:txBody>
          <a:bodyPr/>
          <a:lstStyle>
            <a:lvl1pPr marL="0" indent="0">
              <a:buNone/>
              <a:defRPr sz="1890"/>
            </a:lvl1pPr>
            <a:lvl2pPr marL="561975" indent="0">
              <a:buNone/>
              <a:defRPr sz="1755"/>
            </a:lvl2pPr>
            <a:lvl3pPr marL="1125220" indent="0">
              <a:buNone/>
              <a:defRPr sz="1480"/>
            </a:lvl3pPr>
            <a:lvl4pPr marL="1687195" indent="0">
              <a:buNone/>
              <a:defRPr sz="1215"/>
            </a:lvl4pPr>
            <a:lvl5pPr marL="2249170" indent="0">
              <a:buNone/>
              <a:defRPr sz="1215"/>
            </a:lvl5pPr>
            <a:lvl6pPr marL="2812415" indent="0">
              <a:buNone/>
              <a:defRPr sz="1215"/>
            </a:lvl6pPr>
            <a:lvl7pPr marL="3374390" indent="0">
              <a:buNone/>
              <a:defRPr sz="1215"/>
            </a:lvl7pPr>
            <a:lvl8pPr marL="3936365" indent="0">
              <a:buNone/>
              <a:defRPr sz="1215"/>
            </a:lvl8pPr>
            <a:lvl9pPr marL="4499610" indent="0">
              <a:buNone/>
              <a:defRPr sz="1215"/>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576A3A-1EBE-4173-A795-2D0FDDDD978F}" type="datetime1">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2026/5/11</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C42354E-C934-4E98-A3D6-78422948EC2A}" type="slidenum">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085756" y="2853391"/>
            <a:ext cx="9764155" cy="9988440"/>
          </a:xfrm>
        </p:spPr>
        <p:txBody>
          <a:bodyPr anchor="b"/>
          <a:lstStyle>
            <a:lvl1pPr>
              <a:defRPr sz="3920"/>
            </a:lvl1pPr>
          </a:lstStyle>
          <a:p>
            <a:r>
              <a:rPr lang="zh-CN" altLang="en-US"/>
              <a:t>单击此处编辑母版标题样式</a:t>
            </a:r>
          </a:p>
        </p:txBody>
      </p:sp>
      <p:sp>
        <p:nvSpPr>
          <p:cNvPr id="3" name="图片占位符 2"/>
          <p:cNvSpPr>
            <a:spLocks noGrp="1"/>
          </p:cNvSpPr>
          <p:nvPr>
            <p:ph type="pic" idx="1"/>
          </p:nvPr>
        </p:nvSpPr>
        <p:spPr>
          <a:xfrm>
            <a:off x="12870529" y="6162952"/>
            <a:ext cx="15328628" cy="30418337"/>
          </a:xfrm>
        </p:spPr>
        <p:txBody>
          <a:bodyPr vert="horz" wrap="square" lIns="393061" tIns="196530" rIns="393061" bIns="196530" numCol="1" anchor="t" anchorCtr="0" compatLnSpc="1"/>
          <a:lstStyle>
            <a:lvl1pPr marL="0" indent="0">
              <a:buNone/>
              <a:defRPr sz="3920"/>
            </a:lvl1pPr>
            <a:lvl2pPr marL="561975" indent="0">
              <a:buNone/>
              <a:defRPr sz="3385"/>
            </a:lvl2pPr>
            <a:lvl3pPr marL="1125220" indent="0">
              <a:buNone/>
              <a:defRPr sz="2975"/>
            </a:lvl3pPr>
            <a:lvl4pPr marL="1687195" indent="0">
              <a:buNone/>
              <a:defRPr sz="2570"/>
            </a:lvl4pPr>
            <a:lvl5pPr marL="2249170" indent="0">
              <a:buNone/>
              <a:defRPr sz="2570"/>
            </a:lvl5pPr>
            <a:lvl6pPr marL="2812415" indent="0">
              <a:buNone/>
              <a:defRPr sz="2570"/>
            </a:lvl6pPr>
            <a:lvl7pPr marL="3374390" indent="0">
              <a:buNone/>
              <a:defRPr sz="2570"/>
            </a:lvl7pPr>
            <a:lvl8pPr marL="3936365" indent="0">
              <a:buNone/>
              <a:defRPr sz="2570"/>
            </a:lvl8pPr>
            <a:lvl9pPr marL="4499610" indent="0">
              <a:buNone/>
              <a:defRPr sz="2570"/>
            </a:lvl9pPr>
          </a:lstStyle>
          <a:p>
            <a:pPr marL="0" marR="0" lvl="0" indent="0" algn="l" defTabSz="3929380" rtl="0" eaLnBrk="0" fontAlgn="base" latinLnBrk="0" hangingPunct="0">
              <a:lnSpc>
                <a:spcPct val="100000"/>
              </a:lnSpc>
              <a:spcBef>
                <a:spcPct val="20000"/>
              </a:spcBef>
              <a:spcAft>
                <a:spcPct val="0"/>
              </a:spcAft>
              <a:buClrTx/>
              <a:buSzTx/>
              <a:buFontTx/>
              <a:buNone/>
              <a:defRPr/>
            </a:pPr>
            <a:endParaRPr kumimoji="0" lang="zh-CN" altLang="en-US" sz="29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085756" y="12841835"/>
            <a:ext cx="9764155" cy="23789788"/>
          </a:xfrm>
        </p:spPr>
        <p:txBody>
          <a:bodyPr/>
          <a:lstStyle>
            <a:lvl1pPr marL="0" indent="0">
              <a:buNone/>
              <a:defRPr sz="1890"/>
            </a:lvl1pPr>
            <a:lvl2pPr marL="561975" indent="0">
              <a:buNone/>
              <a:defRPr sz="1755"/>
            </a:lvl2pPr>
            <a:lvl3pPr marL="1125220" indent="0">
              <a:buNone/>
              <a:defRPr sz="1480"/>
            </a:lvl3pPr>
            <a:lvl4pPr marL="1687195" indent="0">
              <a:buNone/>
              <a:defRPr sz="1215"/>
            </a:lvl4pPr>
            <a:lvl5pPr marL="2249170" indent="0">
              <a:buNone/>
              <a:defRPr sz="1215"/>
            </a:lvl5pPr>
            <a:lvl6pPr marL="2812415" indent="0">
              <a:buNone/>
              <a:defRPr sz="1215"/>
            </a:lvl6pPr>
            <a:lvl7pPr marL="3374390" indent="0">
              <a:buNone/>
              <a:defRPr sz="1215"/>
            </a:lvl7pPr>
            <a:lvl8pPr marL="3936365" indent="0">
              <a:buNone/>
              <a:defRPr sz="1215"/>
            </a:lvl8pPr>
            <a:lvl9pPr marL="4499610" indent="0">
              <a:buNone/>
              <a:defRPr sz="1215"/>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576A3A-1EBE-4173-A795-2D0FDDDD978F}" type="datetime1">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2026/5/11</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C42354E-C934-4E98-A3D6-78422948EC2A}" type="slidenum">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576A3A-1EBE-4173-A795-2D0FDDDD978F}" type="datetime1">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2026/5/11</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C42354E-C934-4E98-A3D6-78422948EC2A}" type="slidenum">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21950805" y="1716133"/>
            <a:ext cx="6812065" cy="3652150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513138" y="1716133"/>
            <a:ext cx="20295262" cy="3652150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576A3A-1EBE-4173-A795-2D0FDDDD978F}" type="datetime1">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2026/5/11</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C42354E-C934-4E98-A3D6-78422948EC2A}" type="slidenum">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1027" name="Rectangle 2"/>
          <p:cNvSpPr>
            <a:spLocks noGrp="1"/>
          </p:cNvSpPr>
          <p:nvPr>
            <p:ph type="title"/>
          </p:nvPr>
        </p:nvSpPr>
        <p:spPr>
          <a:xfrm>
            <a:off x="1512513" y="1716097"/>
            <a:ext cx="27250976" cy="7134000"/>
          </a:xfrm>
          <a:prstGeom prst="rect">
            <a:avLst/>
          </a:prstGeom>
          <a:noFill/>
          <a:ln w="9525">
            <a:noFill/>
          </a:ln>
        </p:spPr>
        <p:txBody>
          <a:bodyPr lIns="393061" tIns="196530" rIns="393061" bIns="196530" anchor="ctr" anchorCtr="0"/>
          <a:lstStyle/>
          <a:p>
            <a:pPr lvl="0"/>
            <a:r>
              <a:rPr lang="zh-CN" altLang="zh-CN" dirty="0"/>
              <a:t>单击此处编辑母版标题样式</a:t>
            </a:r>
          </a:p>
        </p:txBody>
      </p:sp>
      <p:sp>
        <p:nvSpPr>
          <p:cNvPr id="1028" name="Rectangle 3"/>
          <p:cNvSpPr>
            <a:spLocks noGrp="1"/>
          </p:cNvSpPr>
          <p:nvPr>
            <p:ph type="body" idx="1"/>
          </p:nvPr>
        </p:nvSpPr>
        <p:spPr>
          <a:xfrm>
            <a:off x="1512513" y="9987870"/>
            <a:ext cx="27250976" cy="28250209"/>
          </a:xfrm>
          <a:prstGeom prst="rect">
            <a:avLst/>
          </a:prstGeom>
          <a:noFill/>
          <a:ln w="9525">
            <a:noFill/>
          </a:ln>
        </p:spPr>
        <p:txBody>
          <a:bodyPr lIns="393061" tIns="196530" rIns="393061" bIns="196530"/>
          <a:lstStyle/>
          <a:p>
            <a:pPr lvl="0"/>
            <a:r>
              <a:rPr lang="zh-CN" altLang="zh-CN" dirty="0"/>
              <a:t>单击此处编辑母版文本样式</a:t>
            </a:r>
          </a:p>
          <a:p>
            <a:pPr lvl="1"/>
            <a:r>
              <a:rPr lang="zh-CN" altLang="zh-CN" dirty="0"/>
              <a:t>第二级</a:t>
            </a:r>
          </a:p>
          <a:p>
            <a:pPr lvl="2"/>
            <a:r>
              <a:rPr lang="zh-CN" altLang="zh-CN" dirty="0"/>
              <a:t>第三级</a:t>
            </a:r>
          </a:p>
          <a:p>
            <a:pPr lvl="3"/>
            <a:r>
              <a:rPr lang="zh-CN" altLang="zh-CN" dirty="0"/>
              <a:t>第四级</a:t>
            </a:r>
          </a:p>
          <a:p>
            <a:pPr lvl="4"/>
            <a:r>
              <a:rPr lang="zh-CN" altLang="zh-CN" dirty="0"/>
              <a:t>第五级</a:t>
            </a:r>
          </a:p>
        </p:txBody>
      </p:sp>
      <p:sp>
        <p:nvSpPr>
          <p:cNvPr id="2" name="Rectangle 4"/>
          <p:cNvSpPr>
            <a:spLocks noGrp="1" noChangeArrowheads="1"/>
          </p:cNvSpPr>
          <p:nvPr>
            <p:ph type="dt" sz="half" idx="2"/>
          </p:nvPr>
        </p:nvSpPr>
        <p:spPr bwMode="auto">
          <a:xfrm>
            <a:off x="1512513" y="38982215"/>
            <a:ext cx="7066975" cy="2972500"/>
          </a:xfrm>
          <a:prstGeom prst="rect">
            <a:avLst/>
          </a:prstGeom>
          <a:noFill/>
          <a:ln>
            <a:noFill/>
          </a:ln>
        </p:spPr>
        <p:txBody>
          <a:bodyPr vert="horz" wrap="square" lIns="393061" tIns="196530" rIns="393061" bIns="196530" numCol="1" anchor="t" anchorCtr="0" compatLnSpc="1"/>
          <a:lstStyle>
            <a:lvl1pPr eaLnBrk="1" hangingPunct="1">
              <a:buFont typeface="Arial" panose="020B0604020202020204" pitchFamily="34" charset="0"/>
              <a:buNone/>
              <a:defRPr sz="8245">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576A3A-1EBE-4173-A795-2D0FDDDD978F}" type="datetime1">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2026/5/11</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10345159" y="38982215"/>
            <a:ext cx="9585684" cy="2972500"/>
          </a:xfrm>
          <a:prstGeom prst="rect">
            <a:avLst/>
          </a:prstGeom>
          <a:noFill/>
          <a:ln>
            <a:noFill/>
          </a:ln>
        </p:spPr>
        <p:txBody>
          <a:bodyPr vert="horz" wrap="square" lIns="393061" tIns="196530" rIns="393061" bIns="196530" numCol="1" anchor="t" anchorCtr="0" compatLnSpc="1"/>
          <a:lstStyle>
            <a:lvl1pPr algn="ctr" eaLnBrk="1" hangingPunct="1">
              <a:buFont typeface="Arial" panose="020B0604020202020204" pitchFamily="34" charset="0"/>
              <a:buNone/>
              <a:defRPr sz="8245">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21696514" y="38982215"/>
            <a:ext cx="7066975" cy="2972500"/>
          </a:xfrm>
          <a:prstGeom prst="rect">
            <a:avLst/>
          </a:prstGeom>
          <a:noFill/>
          <a:ln>
            <a:noFill/>
          </a:ln>
        </p:spPr>
        <p:txBody>
          <a:bodyPr vert="horz" wrap="square" lIns="393061" tIns="196530" rIns="393061" bIns="196530" numCol="1" anchor="t" anchorCtr="0" compatLnSpc="1"/>
          <a:lstStyle>
            <a:lvl1pPr algn="r" eaLnBrk="1" hangingPunct="1">
              <a:buFont typeface="Arial" panose="020B0604020202020204" pitchFamily="34" charset="0"/>
              <a:buNone/>
              <a:defRPr sz="8245"/>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C42354E-C934-4E98-A3D6-78422948EC2A}" type="slidenum">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5310505" rtl="0" eaLnBrk="0" fontAlgn="base" hangingPunct="0">
        <a:spcBef>
          <a:spcPct val="0"/>
        </a:spcBef>
        <a:spcAft>
          <a:spcPct val="0"/>
        </a:spcAft>
        <a:defRPr sz="25405" kern="1200">
          <a:solidFill>
            <a:schemeClr val="tx2"/>
          </a:solidFill>
          <a:latin typeface="+mj-lt"/>
          <a:ea typeface="+mj-ea"/>
          <a:cs typeface="+mj-cs"/>
        </a:defRPr>
      </a:lvl1pPr>
      <a:lvl2pPr algn="ctr" defTabSz="3929380" rtl="0" eaLnBrk="0" fontAlgn="base" hangingPunct="0">
        <a:spcBef>
          <a:spcPct val="0"/>
        </a:spcBef>
        <a:spcAft>
          <a:spcPct val="0"/>
        </a:spcAft>
        <a:defRPr sz="18800">
          <a:solidFill>
            <a:schemeClr val="tx2"/>
          </a:solidFill>
          <a:latin typeface="Arial" panose="020B0604020202020204" pitchFamily="34" charset="0"/>
          <a:ea typeface="宋体" panose="02010600030101010101" pitchFamily="2" charset="-122"/>
        </a:defRPr>
      </a:lvl2pPr>
      <a:lvl3pPr algn="ctr" defTabSz="3929380" rtl="0" eaLnBrk="0" fontAlgn="base" hangingPunct="0">
        <a:spcBef>
          <a:spcPct val="0"/>
        </a:spcBef>
        <a:spcAft>
          <a:spcPct val="0"/>
        </a:spcAft>
        <a:defRPr sz="18800">
          <a:solidFill>
            <a:schemeClr val="tx2"/>
          </a:solidFill>
          <a:latin typeface="Arial" panose="020B0604020202020204" pitchFamily="34" charset="0"/>
          <a:ea typeface="宋体" panose="02010600030101010101" pitchFamily="2" charset="-122"/>
        </a:defRPr>
      </a:lvl3pPr>
      <a:lvl4pPr algn="ctr" defTabSz="3929380" rtl="0" eaLnBrk="0" fontAlgn="base" hangingPunct="0">
        <a:spcBef>
          <a:spcPct val="0"/>
        </a:spcBef>
        <a:spcAft>
          <a:spcPct val="0"/>
        </a:spcAft>
        <a:defRPr sz="18800">
          <a:solidFill>
            <a:schemeClr val="tx2"/>
          </a:solidFill>
          <a:latin typeface="Arial" panose="020B0604020202020204" pitchFamily="34" charset="0"/>
          <a:ea typeface="宋体" panose="02010600030101010101" pitchFamily="2" charset="-122"/>
        </a:defRPr>
      </a:lvl4pPr>
      <a:lvl5pPr algn="ctr" defTabSz="3929380" rtl="0" eaLnBrk="0" fontAlgn="base" hangingPunct="0">
        <a:spcBef>
          <a:spcPct val="0"/>
        </a:spcBef>
        <a:spcAft>
          <a:spcPct val="0"/>
        </a:spcAft>
        <a:defRPr sz="18800">
          <a:solidFill>
            <a:schemeClr val="tx2"/>
          </a:solidFill>
          <a:latin typeface="Arial" panose="020B0604020202020204" pitchFamily="34" charset="0"/>
          <a:ea typeface="宋体" panose="02010600030101010101" pitchFamily="2" charset="-122"/>
        </a:defRPr>
      </a:lvl5pPr>
      <a:lvl6pPr marL="415925" algn="ctr" defTabSz="3931285" rtl="0" fontAlgn="base">
        <a:spcBef>
          <a:spcPct val="0"/>
        </a:spcBef>
        <a:spcAft>
          <a:spcPct val="0"/>
        </a:spcAft>
        <a:defRPr sz="18810">
          <a:solidFill>
            <a:schemeClr val="tx2"/>
          </a:solidFill>
          <a:latin typeface="Arial" panose="020B0604020202020204" pitchFamily="34" charset="0"/>
          <a:ea typeface="宋体" panose="02010600030101010101" pitchFamily="2" charset="-122"/>
        </a:defRPr>
      </a:lvl6pPr>
      <a:lvl7pPr marL="832485" algn="ctr" defTabSz="3931285" rtl="0" fontAlgn="base">
        <a:spcBef>
          <a:spcPct val="0"/>
        </a:spcBef>
        <a:spcAft>
          <a:spcPct val="0"/>
        </a:spcAft>
        <a:defRPr sz="18810">
          <a:solidFill>
            <a:schemeClr val="tx2"/>
          </a:solidFill>
          <a:latin typeface="Arial" panose="020B0604020202020204" pitchFamily="34" charset="0"/>
          <a:ea typeface="宋体" panose="02010600030101010101" pitchFamily="2" charset="-122"/>
        </a:defRPr>
      </a:lvl7pPr>
      <a:lvl8pPr marL="1248410" algn="ctr" defTabSz="3931285" rtl="0" fontAlgn="base">
        <a:spcBef>
          <a:spcPct val="0"/>
        </a:spcBef>
        <a:spcAft>
          <a:spcPct val="0"/>
        </a:spcAft>
        <a:defRPr sz="18810">
          <a:solidFill>
            <a:schemeClr val="tx2"/>
          </a:solidFill>
          <a:latin typeface="Arial" panose="020B0604020202020204" pitchFamily="34" charset="0"/>
          <a:ea typeface="宋体" panose="02010600030101010101" pitchFamily="2" charset="-122"/>
        </a:defRPr>
      </a:lvl8pPr>
      <a:lvl9pPr marL="1664335" algn="ctr" defTabSz="3931285" rtl="0" fontAlgn="base">
        <a:spcBef>
          <a:spcPct val="0"/>
        </a:spcBef>
        <a:spcAft>
          <a:spcPct val="0"/>
        </a:spcAft>
        <a:defRPr sz="18810">
          <a:solidFill>
            <a:schemeClr val="tx2"/>
          </a:solidFill>
          <a:latin typeface="Arial" panose="020B0604020202020204" pitchFamily="34" charset="0"/>
          <a:ea typeface="宋体" panose="02010600030101010101" pitchFamily="2" charset="-122"/>
        </a:defRPr>
      </a:lvl9pPr>
    </p:titleStyle>
    <p:bodyStyle>
      <a:lvl1pPr marL="1990725" indent="-1990725" algn="l" defTabSz="5310505" rtl="0" eaLnBrk="0" fontAlgn="base" hangingPunct="0">
        <a:spcBef>
          <a:spcPct val="27000"/>
        </a:spcBef>
        <a:spcAft>
          <a:spcPct val="0"/>
        </a:spcAft>
        <a:buChar char="•"/>
        <a:defRPr sz="18515" kern="1200">
          <a:solidFill>
            <a:schemeClr val="tx1"/>
          </a:solidFill>
          <a:latin typeface="+mn-lt"/>
          <a:ea typeface="+mn-ea"/>
          <a:cs typeface="+mn-cs"/>
        </a:defRPr>
      </a:lvl1pPr>
      <a:lvl2pPr marL="4314825" indent="-1658620" algn="l" defTabSz="5310505" rtl="0" eaLnBrk="0" fontAlgn="base" hangingPunct="0">
        <a:spcBef>
          <a:spcPct val="27000"/>
        </a:spcBef>
        <a:spcAft>
          <a:spcPct val="0"/>
        </a:spcAft>
        <a:buChar char="–"/>
        <a:defRPr sz="16215" kern="1200">
          <a:solidFill>
            <a:schemeClr val="tx1"/>
          </a:solidFill>
          <a:latin typeface="+mn-lt"/>
          <a:ea typeface="+mn-ea"/>
          <a:cs typeface="+mn-cs"/>
        </a:defRPr>
      </a:lvl2pPr>
      <a:lvl3pPr marL="6640195" indent="-1328420" algn="l" defTabSz="5310505" rtl="0" eaLnBrk="0" fontAlgn="base" hangingPunct="0">
        <a:spcBef>
          <a:spcPct val="27000"/>
        </a:spcBef>
        <a:spcAft>
          <a:spcPct val="0"/>
        </a:spcAft>
        <a:buChar char="•"/>
        <a:defRPr sz="13920" kern="1200">
          <a:solidFill>
            <a:schemeClr val="tx1"/>
          </a:solidFill>
          <a:latin typeface="+mn-lt"/>
          <a:ea typeface="+mn-ea"/>
          <a:cs typeface="+mn-cs"/>
        </a:defRPr>
      </a:lvl3pPr>
      <a:lvl4pPr marL="9296400" indent="-1325880" algn="l" defTabSz="5310505" rtl="0" eaLnBrk="0" fontAlgn="base" hangingPunct="0">
        <a:spcBef>
          <a:spcPct val="27000"/>
        </a:spcBef>
        <a:spcAft>
          <a:spcPct val="0"/>
        </a:spcAft>
        <a:buChar char="–"/>
        <a:defRPr sz="11620" kern="1200">
          <a:solidFill>
            <a:schemeClr val="tx1"/>
          </a:solidFill>
          <a:latin typeface="+mn-lt"/>
          <a:ea typeface="+mn-ea"/>
          <a:cs typeface="+mn-cs"/>
        </a:defRPr>
      </a:lvl4pPr>
      <a:lvl5pPr marL="11954510" indent="-1328420" algn="l" defTabSz="5310505" rtl="0" eaLnBrk="0" fontAlgn="base" hangingPunct="0">
        <a:spcBef>
          <a:spcPct val="27000"/>
        </a:spcBef>
        <a:spcAft>
          <a:spcPct val="0"/>
        </a:spcAft>
        <a:buChar char="»"/>
        <a:defRPr sz="11620" kern="1200">
          <a:solidFill>
            <a:schemeClr val="tx1"/>
          </a:solidFill>
          <a:latin typeface="+mn-lt"/>
          <a:ea typeface="+mn-ea"/>
          <a:cs typeface="+mn-cs"/>
        </a:defRPr>
      </a:lvl5pPr>
      <a:lvl6pPr marL="3093085" indent="-281305" algn="l" defTabSz="1125220" rtl="0" eaLnBrk="1" latinLnBrk="0" hangingPunct="1">
        <a:lnSpc>
          <a:spcPct val="90000"/>
        </a:lnSpc>
        <a:spcBef>
          <a:spcPct val="125000"/>
        </a:spcBef>
        <a:buFont typeface="Arial" panose="020B0604020202020204" pitchFamily="34" charset="0"/>
        <a:buChar char="•"/>
        <a:defRPr sz="2305" kern="1200">
          <a:solidFill>
            <a:schemeClr val="tx1"/>
          </a:solidFill>
          <a:latin typeface="+mn-lt"/>
          <a:ea typeface="+mn-ea"/>
          <a:cs typeface="+mn-cs"/>
        </a:defRPr>
      </a:lvl6pPr>
      <a:lvl7pPr marL="3655695" indent="-281305" algn="l" defTabSz="1125220" rtl="0" eaLnBrk="1" latinLnBrk="0" hangingPunct="1">
        <a:lnSpc>
          <a:spcPct val="90000"/>
        </a:lnSpc>
        <a:spcBef>
          <a:spcPct val="125000"/>
        </a:spcBef>
        <a:buFont typeface="Arial" panose="020B0604020202020204" pitchFamily="34" charset="0"/>
        <a:buChar char="•"/>
        <a:defRPr sz="2305" kern="1200">
          <a:solidFill>
            <a:schemeClr val="tx1"/>
          </a:solidFill>
          <a:latin typeface="+mn-lt"/>
          <a:ea typeface="+mn-ea"/>
          <a:cs typeface="+mn-cs"/>
        </a:defRPr>
      </a:lvl7pPr>
      <a:lvl8pPr marL="4217670" indent="-281305" algn="l" defTabSz="1125220" rtl="0" eaLnBrk="1" latinLnBrk="0" hangingPunct="1">
        <a:lnSpc>
          <a:spcPct val="90000"/>
        </a:lnSpc>
        <a:spcBef>
          <a:spcPct val="125000"/>
        </a:spcBef>
        <a:buFont typeface="Arial" panose="020B0604020202020204" pitchFamily="34" charset="0"/>
        <a:buChar char="•"/>
        <a:defRPr sz="2305" kern="1200">
          <a:solidFill>
            <a:schemeClr val="tx1"/>
          </a:solidFill>
          <a:latin typeface="+mn-lt"/>
          <a:ea typeface="+mn-ea"/>
          <a:cs typeface="+mn-cs"/>
        </a:defRPr>
      </a:lvl8pPr>
      <a:lvl9pPr marL="4780280" indent="-281305" algn="l" defTabSz="1125220" rtl="0" eaLnBrk="1" latinLnBrk="0" hangingPunct="1">
        <a:lnSpc>
          <a:spcPct val="90000"/>
        </a:lnSpc>
        <a:spcBef>
          <a:spcPct val="125000"/>
        </a:spcBef>
        <a:buFont typeface="Arial" panose="020B0604020202020204" pitchFamily="34" charset="0"/>
        <a:buChar char="•"/>
        <a:defRPr sz="2305" kern="1200">
          <a:solidFill>
            <a:schemeClr val="tx1"/>
          </a:solidFill>
          <a:latin typeface="+mn-lt"/>
          <a:ea typeface="+mn-ea"/>
          <a:cs typeface="+mn-cs"/>
        </a:defRPr>
      </a:lvl9pPr>
    </p:bodyStyle>
    <p:otherStyle>
      <a:defPPr>
        <a:defRPr lang="zh-CN"/>
      </a:defPPr>
      <a:lvl1pPr marL="0" algn="l" defTabSz="1125220" rtl="0" eaLnBrk="1" latinLnBrk="0" hangingPunct="1">
        <a:defRPr sz="2305" kern="1200">
          <a:solidFill>
            <a:schemeClr val="tx1"/>
          </a:solidFill>
          <a:latin typeface="+mn-lt"/>
          <a:ea typeface="+mn-ea"/>
          <a:cs typeface="+mn-cs"/>
        </a:defRPr>
      </a:lvl1pPr>
      <a:lvl2pPr marL="561975" algn="l" defTabSz="1125220" rtl="0" eaLnBrk="1" latinLnBrk="0" hangingPunct="1">
        <a:defRPr sz="2305" kern="1200">
          <a:solidFill>
            <a:schemeClr val="tx1"/>
          </a:solidFill>
          <a:latin typeface="+mn-lt"/>
          <a:ea typeface="+mn-ea"/>
          <a:cs typeface="+mn-cs"/>
        </a:defRPr>
      </a:lvl2pPr>
      <a:lvl3pPr marL="1125220" algn="l" defTabSz="1125220" rtl="0" eaLnBrk="1" latinLnBrk="0" hangingPunct="1">
        <a:defRPr sz="2305" kern="1200">
          <a:solidFill>
            <a:schemeClr val="tx1"/>
          </a:solidFill>
          <a:latin typeface="+mn-lt"/>
          <a:ea typeface="+mn-ea"/>
          <a:cs typeface="+mn-cs"/>
        </a:defRPr>
      </a:lvl3pPr>
      <a:lvl4pPr marL="1687195" algn="l" defTabSz="1125220" rtl="0" eaLnBrk="1" latinLnBrk="0" hangingPunct="1">
        <a:defRPr sz="2305" kern="1200">
          <a:solidFill>
            <a:schemeClr val="tx1"/>
          </a:solidFill>
          <a:latin typeface="+mn-lt"/>
          <a:ea typeface="+mn-ea"/>
          <a:cs typeface="+mn-cs"/>
        </a:defRPr>
      </a:lvl4pPr>
      <a:lvl5pPr marL="2249170" algn="l" defTabSz="1125220" rtl="0" eaLnBrk="1" latinLnBrk="0" hangingPunct="1">
        <a:defRPr sz="2305" kern="1200">
          <a:solidFill>
            <a:schemeClr val="tx1"/>
          </a:solidFill>
          <a:latin typeface="+mn-lt"/>
          <a:ea typeface="+mn-ea"/>
          <a:cs typeface="+mn-cs"/>
        </a:defRPr>
      </a:lvl5pPr>
      <a:lvl6pPr marL="2812415" algn="l" defTabSz="1125220" rtl="0" eaLnBrk="1" latinLnBrk="0" hangingPunct="1">
        <a:defRPr sz="2305" kern="1200">
          <a:solidFill>
            <a:schemeClr val="tx1"/>
          </a:solidFill>
          <a:latin typeface="+mn-lt"/>
          <a:ea typeface="+mn-ea"/>
          <a:cs typeface="+mn-cs"/>
        </a:defRPr>
      </a:lvl6pPr>
      <a:lvl7pPr marL="3374390" algn="l" defTabSz="1125220" rtl="0" eaLnBrk="1" latinLnBrk="0" hangingPunct="1">
        <a:defRPr sz="2305" kern="1200">
          <a:solidFill>
            <a:schemeClr val="tx1"/>
          </a:solidFill>
          <a:latin typeface="+mn-lt"/>
          <a:ea typeface="+mn-ea"/>
          <a:cs typeface="+mn-cs"/>
        </a:defRPr>
      </a:lvl7pPr>
      <a:lvl8pPr marL="3936365" algn="l" defTabSz="1125220" rtl="0" eaLnBrk="1" latinLnBrk="0" hangingPunct="1">
        <a:defRPr sz="2305" kern="1200">
          <a:solidFill>
            <a:schemeClr val="tx1"/>
          </a:solidFill>
          <a:latin typeface="+mn-lt"/>
          <a:ea typeface="+mn-ea"/>
          <a:cs typeface="+mn-cs"/>
        </a:defRPr>
      </a:lvl8pPr>
      <a:lvl9pPr marL="4499610" algn="l" defTabSz="1125220" rtl="0" eaLnBrk="1" latinLnBrk="0" hangingPunct="1">
        <a:defRPr sz="23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6" name="文本框 15"/>
          <p:cNvSpPr txBox="1"/>
          <p:nvPr/>
        </p:nvSpPr>
        <p:spPr>
          <a:xfrm>
            <a:off x="15754588" y="7974648"/>
            <a:ext cx="13470414" cy="1071448"/>
          </a:xfrm>
          <a:prstGeom prst="rect">
            <a:avLst/>
          </a:prstGeom>
          <a:solidFill>
            <a:srgbClr val="463C62"/>
          </a:solidFill>
        </p:spPr>
        <p:style>
          <a:lnRef idx="2">
            <a:schemeClr val="accent2">
              <a:shade val="50000"/>
            </a:schemeClr>
          </a:lnRef>
          <a:fillRef idx="1">
            <a:schemeClr val="accent2"/>
          </a:fillRef>
          <a:effectRef idx="0">
            <a:schemeClr val="accent2"/>
          </a:effectRef>
          <a:fontRef idx="minor">
            <a:schemeClr val="lt1"/>
          </a:fontRef>
        </p:style>
        <p:txBody>
          <a:bodyPr wrap="square" rtlCol="0">
            <a:noAutofit/>
          </a:bodyPr>
          <a:lstStyle/>
          <a:p>
            <a:pPr algn="ctr"/>
            <a:r>
              <a:rPr lang="fr-FR" altLang="zh-CN" sz="6540" noProof="0" dirty="0">
                <a:ln>
                  <a:noFill/>
                </a:ln>
                <a:solidFill>
                  <a:schemeClr val="lt1"/>
                </a:solidFill>
                <a:effectLst/>
                <a:uLnTx/>
                <a:uFillTx/>
                <a:latin typeface="Times New Roman" panose="02020603050405020304" charset="0"/>
                <a:ea typeface="Times New Roman" panose="02020603050405020304" charset="0"/>
                <a:cs typeface="Times New Roman" panose="02020603050405020304" charset="0"/>
              </a:rPr>
              <a:t>Workflows</a:t>
            </a:r>
            <a:endParaRPr lang="zh-CN" altLang="en-US" dirty="0">
              <a:latin typeface="Times New Roman" panose="02020603050405020304" charset="0"/>
              <a:ea typeface="Times New Roman" panose="02020603050405020304" charset="0"/>
              <a:cs typeface="Times New Roman" panose="02020603050405020304" charset="0"/>
            </a:endParaRPr>
          </a:p>
        </p:txBody>
      </p:sp>
      <p:sp>
        <p:nvSpPr>
          <p:cNvPr id="32" name="文本框 31"/>
          <p:cNvSpPr txBox="1"/>
          <p:nvPr/>
        </p:nvSpPr>
        <p:spPr>
          <a:xfrm>
            <a:off x="15754985" y="31685200"/>
            <a:ext cx="13470254" cy="1071448"/>
          </a:xfrm>
          <a:prstGeom prst="rect">
            <a:avLst/>
          </a:prstGeom>
          <a:solidFill>
            <a:srgbClr val="463C62"/>
          </a:solidFill>
        </p:spPr>
        <p:style>
          <a:lnRef idx="2">
            <a:schemeClr val="accent2">
              <a:shade val="50000"/>
            </a:schemeClr>
          </a:lnRef>
          <a:fillRef idx="1">
            <a:schemeClr val="accent2"/>
          </a:fillRef>
          <a:effectRef idx="0">
            <a:schemeClr val="accent2"/>
          </a:effectRef>
          <a:fontRef idx="minor">
            <a:schemeClr val="lt1"/>
          </a:fontRef>
        </p:style>
        <p:txBody>
          <a:bodyPr wrap="square" rtlCol="0">
            <a:noAutofit/>
          </a:bodyPr>
          <a:lstStyle/>
          <a:p>
            <a:pPr algn="ctr"/>
            <a:r>
              <a:rPr lang="fr-FR" altLang="zh-CN" sz="6540" noProof="0" dirty="0">
                <a:ln>
                  <a:noFill/>
                </a:ln>
                <a:solidFill>
                  <a:schemeClr val="lt1"/>
                </a:solidFill>
                <a:effectLst/>
                <a:uLnTx/>
                <a:uFillTx/>
                <a:latin typeface="Times New Roman" panose="02020603050405020304" charset="0"/>
                <a:ea typeface="Times New Roman" panose="02020603050405020304" charset="0"/>
                <a:cs typeface="Times New Roman" panose="02020603050405020304" charset="0"/>
              </a:rPr>
              <a:t>Conclusion</a:t>
            </a:r>
            <a:endParaRPr lang="zh-CN" altLang="en-US" dirty="0">
              <a:latin typeface="Times New Roman" panose="02020603050405020304" charset="0"/>
              <a:ea typeface="Times New Roman" panose="02020603050405020304" charset="0"/>
              <a:cs typeface="Times New Roman" panose="02020603050405020304" charset="0"/>
            </a:endParaRPr>
          </a:p>
        </p:txBody>
      </p:sp>
      <p:sp>
        <p:nvSpPr>
          <p:cNvPr id="33" name="文本框 32"/>
          <p:cNvSpPr txBox="1"/>
          <p:nvPr userDrawn="1"/>
        </p:nvSpPr>
        <p:spPr>
          <a:xfrm>
            <a:off x="1143000" y="9712960"/>
            <a:ext cx="12777376" cy="9198528"/>
          </a:xfrm>
          <a:prstGeom prst="rect">
            <a:avLst/>
          </a:prstGeom>
        </p:spPr>
        <p:txBody>
          <a:bodyPr wrap="square" rtlCol="0">
            <a:noAutofit/>
          </a:bodyPr>
          <a:lstStyle/>
          <a:p>
            <a:pPr marL="571500" indent="-571500">
              <a:buFont typeface="Wingdings" panose="05000000000000000000" charset="0"/>
              <a:buChar char="p"/>
            </a:pPr>
            <a:r>
              <a:rPr lang="en-US" altLang="zh-CN" sz="3735" dirty="0">
                <a:latin typeface="Times New Roman" panose="02020603050405020304" charset="0"/>
                <a:ea typeface="Times New Roman" panose="02020603050405020304" charset="0"/>
                <a:cs typeface="Times New Roman" panose="02020603050405020304" charset="0"/>
              </a:rPr>
              <a:t>Browser-native delivery lowers the barrier to ISA tooling, but many browser tools still focus on only one use case. This leads to fragmented workflows, limited extension configurability, and weak linkage between source, execution, and diagnosis. Sail-RISCV-WASM addresses this gap with a single browser workspace for configuration-sensitive, in-browser build, execution, and interactive debugging for RISC-V. It is based on sail-</a:t>
            </a:r>
            <a:r>
              <a:rPr lang="en-US" altLang="zh-CN" sz="3735" dirty="0" err="1">
                <a:latin typeface="Times New Roman" panose="02020603050405020304" charset="0"/>
                <a:ea typeface="Times New Roman" panose="02020603050405020304" charset="0"/>
                <a:cs typeface="Times New Roman" panose="02020603050405020304" charset="0"/>
              </a:rPr>
              <a:t>riscv</a:t>
            </a:r>
            <a:r>
              <a:rPr lang="en-US" altLang="zh-CN" sz="3735" dirty="0">
                <a:latin typeface="Times New Roman" panose="02020603050405020304" charset="0"/>
                <a:ea typeface="Times New Roman" panose="02020603050405020304" charset="0"/>
                <a:cs typeface="Times New Roman" panose="02020603050405020304" charset="0"/>
              </a:rPr>
              <a:t>, with broad extension coverage and fine-grained configuration control.</a:t>
            </a:r>
            <a:endParaRPr lang="zh-CN" altLang="en-US" sz="3735" dirty="0">
              <a:latin typeface="Times New Roman" panose="02020603050405020304" charset="0"/>
              <a:ea typeface="Times New Roman" panose="02020603050405020304" charset="0"/>
              <a:cs typeface="Times New Roman" panose="02020603050405020304" charset="0"/>
            </a:endParaRPr>
          </a:p>
        </p:txBody>
      </p:sp>
      <p:sp>
        <p:nvSpPr>
          <p:cNvPr id="76" name="文本框 75"/>
          <p:cNvSpPr txBox="1"/>
          <p:nvPr userDrawn="1"/>
        </p:nvSpPr>
        <p:spPr>
          <a:xfrm>
            <a:off x="15754985" y="9425476"/>
            <a:ext cx="13470255" cy="10534469"/>
          </a:xfrm>
          <a:prstGeom prst="rect">
            <a:avLst/>
          </a:prstGeom>
        </p:spPr>
        <p:txBody>
          <a:bodyPr wrap="square" rtlCol="0">
            <a:noAutofit/>
          </a:bodyPr>
          <a:lstStyle/>
          <a:p>
            <a:pPr marL="571500" indent="-571500" algn="l">
              <a:lnSpc>
                <a:spcPct val="110000"/>
              </a:lnSpc>
              <a:buFont typeface="Wingdings" panose="05000000000000000000" charset="0"/>
              <a:buChar char="p"/>
            </a:pPr>
            <a:r>
              <a:rPr lang="en-US" altLang="zh-CN" sz="3735" b="1" dirty="0">
                <a:latin typeface="Times New Roman" panose="02020603050405020304" charset="0"/>
                <a:ea typeface="Times New Roman" panose="02020603050405020304" charset="0"/>
                <a:cs typeface="Times New Roman" panose="02020603050405020304" charset="0"/>
              </a:rPr>
              <a:t>Online Encode/Decode and Metadata </a:t>
            </a:r>
            <a:r>
              <a:rPr lang="en-US" altLang="zh-CN" sz="3735" dirty="0">
                <a:latin typeface="Times New Roman" panose="02020603050405020304" charset="0"/>
                <a:ea typeface="Times New Roman" panose="02020603050405020304" charset="0"/>
                <a:cs typeface="Times New Roman" panose="02020603050405020304" charset="0"/>
              </a:rPr>
              <a:t>Navigation The exploration workflow accepts binary, hex, or assembly input and normalizes it into a shared instruction state. The same page also serves as a lightweight instruction reference surface.</a:t>
            </a:r>
          </a:p>
        </p:txBody>
      </p:sp>
      <p:sp>
        <p:nvSpPr>
          <p:cNvPr id="4" name="矩形 3"/>
          <p:cNvSpPr/>
          <p:nvPr userDrawn="1"/>
        </p:nvSpPr>
        <p:spPr>
          <a:xfrm>
            <a:off x="-36354" y="0"/>
            <a:ext cx="30275530" cy="7307908"/>
          </a:xfrm>
          <a:prstGeom prst="rect">
            <a:avLst/>
          </a:prstGeom>
          <a:solidFill>
            <a:srgbClr val="463C62"/>
          </a:solidFill>
          <a:ln w="12700" cap="flat" cmpd="sng" algn="ctr">
            <a:solidFill>
              <a:srgbClr val="AEB5C0">
                <a:alpha val="100000"/>
              </a:srgbClr>
            </a:solidFill>
            <a:prstDash val="solid"/>
            <a:miter lim="800000"/>
          </a:ln>
        </p:spPr>
        <p:txBody>
          <a:bodyPr vert="horz" wrap="square" lIns="77648" tIns="38824" rIns="77648" bIns="38824" numCol="1" rtlCol="0" anchor="ctr" anchorCtr="0" compatLnSpc="1">
            <a:noAutofit/>
          </a:bodyPr>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4400" b="1" i="0" u="none" strike="noStrike" cap="none" normalizeH="0" baseline="0">
              <a:ln>
                <a:noFill/>
              </a:ln>
              <a:solidFill>
                <a:schemeClr val="bg1"/>
              </a:solidFill>
              <a:effectLst/>
              <a:highlight>
                <a:srgbClr val="000000"/>
              </a:highlight>
              <a:latin typeface="Times New Roman" panose="02020603050405020304" charset="0"/>
              <a:ea typeface="Times New Roman" panose="02020603050405020304" charset="0"/>
              <a:cs typeface="Times New Roman" panose="02020603050405020304" charset="0"/>
            </a:endParaRPr>
          </a:p>
        </p:txBody>
      </p:sp>
      <p:sp>
        <p:nvSpPr>
          <p:cNvPr id="7" name="文本框 6"/>
          <p:cNvSpPr txBox="1"/>
          <p:nvPr userDrawn="1"/>
        </p:nvSpPr>
        <p:spPr>
          <a:xfrm>
            <a:off x="1147762" y="17057082"/>
            <a:ext cx="13162281" cy="4602185"/>
          </a:xfrm>
          <a:prstGeom prst="rect">
            <a:avLst/>
          </a:prstGeom>
        </p:spPr>
        <p:txBody>
          <a:bodyPr wrap="square" rtlCol="0">
            <a:noAutofit/>
          </a:bodyPr>
          <a:lstStyle/>
          <a:p>
            <a:pPr marL="571500" indent="-571500">
              <a:lnSpc>
                <a:spcPct val="110000"/>
              </a:lnSpc>
              <a:buFont typeface="Wingdings" panose="05000000000000000000" charset="0"/>
              <a:buChar char="p"/>
            </a:pPr>
            <a:r>
              <a:rPr lang="en-US" altLang="zh-CN" sz="3735" dirty="0">
                <a:latin typeface="Times New Roman" panose="02020603050405020304" charset="0"/>
                <a:ea typeface="Times New Roman" panose="02020603050405020304" charset="0"/>
                <a:cs typeface="Times New Roman" panose="02020603050405020304" charset="0"/>
              </a:rPr>
              <a:t>This work contributes an end-to- end browser pipeline with no server-side execution plane, Sail-grounded decode and execute paths, broad extension coverage with fine-grained configuration switches, an in-browser source-to-ELF flow via gas/</a:t>
            </a:r>
            <a:r>
              <a:rPr lang="en-US" altLang="zh-CN" sz="3735" dirty="0" err="1">
                <a:latin typeface="Times New Roman" panose="02020603050405020304" charset="0"/>
                <a:ea typeface="Times New Roman" panose="02020603050405020304" charset="0"/>
                <a:cs typeface="Times New Roman" panose="02020603050405020304" charset="0"/>
              </a:rPr>
              <a:t>ld</a:t>
            </a:r>
            <a:r>
              <a:rPr lang="en-US" altLang="zh-CN" sz="3735" dirty="0">
                <a:latin typeface="Times New Roman" panose="02020603050405020304" charset="0"/>
                <a:ea typeface="Times New Roman" panose="02020603050405020304" charset="0"/>
                <a:cs typeface="Times New Roman" panose="02020603050405020304" charset="0"/>
              </a:rPr>
              <a:t>, and synchronized instruction-step/source-line-step debugging with register and memory traces.</a:t>
            </a:r>
          </a:p>
        </p:txBody>
      </p:sp>
      <p:sp>
        <p:nvSpPr>
          <p:cNvPr id="28" name="文本框 27"/>
          <p:cNvSpPr txBox="1"/>
          <p:nvPr/>
        </p:nvSpPr>
        <p:spPr>
          <a:xfrm>
            <a:off x="1143000" y="15480346"/>
            <a:ext cx="13275945" cy="1071448"/>
          </a:xfrm>
          <a:prstGeom prst="rect">
            <a:avLst/>
          </a:prstGeom>
          <a:solidFill>
            <a:srgbClr val="463C62"/>
          </a:solidFill>
        </p:spPr>
        <p:style>
          <a:lnRef idx="2">
            <a:schemeClr val="accent2">
              <a:shade val="50000"/>
            </a:schemeClr>
          </a:lnRef>
          <a:fillRef idx="1">
            <a:schemeClr val="accent2"/>
          </a:fillRef>
          <a:effectRef idx="0">
            <a:schemeClr val="accent2"/>
          </a:effectRef>
          <a:fontRef idx="minor">
            <a:schemeClr val="lt1"/>
          </a:fontRef>
        </p:style>
        <p:txBody>
          <a:bodyPr wrap="square" rtlCol="0">
            <a:noAutofit/>
          </a:bodyPr>
          <a:lstStyle/>
          <a:p>
            <a:pPr algn="ctr"/>
            <a:r>
              <a:rPr lang="zh-CN" altLang="en-US" sz="6540" noProof="0" dirty="0">
                <a:ln>
                  <a:noFill/>
                </a:ln>
                <a:solidFill>
                  <a:schemeClr val="lt1"/>
                </a:solidFill>
                <a:uLnTx/>
                <a:uFillTx/>
                <a:latin typeface="Times New Roman" panose="02020603050405020304" charset="0"/>
                <a:ea typeface="Times New Roman" panose="02020603050405020304" charset="0"/>
                <a:cs typeface="Times New Roman" panose="02020603050405020304" charset="0"/>
              </a:rPr>
              <a:t>Method</a:t>
            </a:r>
            <a:endParaRPr lang="zh-CN" altLang="en-US" dirty="0">
              <a:latin typeface="Times New Roman" panose="02020603050405020304" charset="0"/>
              <a:ea typeface="Times New Roman" panose="02020603050405020304" charset="0"/>
              <a:cs typeface="Times New Roman" panose="02020603050405020304" charset="0"/>
            </a:endParaRPr>
          </a:p>
        </p:txBody>
      </p:sp>
      <p:sp>
        <p:nvSpPr>
          <p:cNvPr id="30" name="文本框 29"/>
          <p:cNvSpPr txBox="1"/>
          <p:nvPr userDrawn="1"/>
        </p:nvSpPr>
        <p:spPr>
          <a:xfrm>
            <a:off x="1743070" y="734590"/>
            <a:ext cx="25776016" cy="3135747"/>
          </a:xfrm>
          <a:prstGeom prst="rect">
            <a:avLst/>
          </a:prstGeom>
        </p:spPr>
        <p:txBody>
          <a:bodyPr wrap="square" rtlCol="0">
            <a:noAutofit/>
          </a:bodyPr>
          <a:lstStyle/>
          <a:p>
            <a:r>
              <a:rPr lang="en-US" altLang="zh-CN" sz="9600" b="1" dirty="0">
                <a:solidFill>
                  <a:schemeClr val="bg1"/>
                </a:solidFill>
                <a:latin typeface="Times New Roman" panose="02020603050405020304" charset="0"/>
                <a:ea typeface="Times New Roman" panose="02020603050405020304" charset="0"/>
                <a:cs typeface="Times New Roman" panose="02020603050405020304" charset="0"/>
              </a:rPr>
              <a:t>Sail-RISCV-WASM: A Browser-Native RISC-V</a:t>
            </a:r>
          </a:p>
          <a:p>
            <a:r>
              <a:rPr lang="en-US" altLang="zh-CN" sz="9600" b="1" dirty="0">
                <a:solidFill>
                  <a:schemeClr val="bg1"/>
                </a:solidFill>
                <a:latin typeface="Times New Roman" panose="02020603050405020304" charset="0"/>
                <a:ea typeface="Times New Roman" panose="02020603050405020304" charset="0"/>
                <a:cs typeface="Times New Roman" panose="02020603050405020304" charset="0"/>
              </a:rPr>
              <a:t>Toolchain and Debugging Workbench</a:t>
            </a:r>
          </a:p>
        </p:txBody>
      </p:sp>
      <p:sp>
        <p:nvSpPr>
          <p:cNvPr id="35" name="文本框 34"/>
          <p:cNvSpPr txBox="1"/>
          <p:nvPr userDrawn="1"/>
        </p:nvSpPr>
        <p:spPr>
          <a:xfrm>
            <a:off x="1743070" y="3870451"/>
            <a:ext cx="28532143" cy="2901563"/>
          </a:xfrm>
          <a:prstGeom prst="rect">
            <a:avLst/>
          </a:prstGeom>
        </p:spPr>
        <p:txBody>
          <a:bodyPr wrap="square" rtlCol="0">
            <a:noAutofit/>
          </a:bodyPr>
          <a:lstStyle/>
          <a:p>
            <a:pPr>
              <a:lnSpc>
                <a:spcPct val="150000"/>
              </a:lnSpc>
            </a:pPr>
            <a:r>
              <a:rPr lang="en-US" altLang="zh-CN" sz="6000" dirty="0" err="1">
                <a:solidFill>
                  <a:schemeClr val="bg1"/>
                </a:solidFill>
                <a:latin typeface="Times New Roman" panose="02020603050405020304" charset="0"/>
                <a:ea typeface="Times New Roman" panose="02020603050405020304" charset="0"/>
                <a:cs typeface="Times New Roman" panose="02020603050405020304" charset="0"/>
              </a:rPr>
              <a:t>Yanming</a:t>
            </a:r>
            <a:r>
              <a:rPr lang="en-US" altLang="zh-CN" sz="6000" dirty="0">
                <a:solidFill>
                  <a:schemeClr val="bg1"/>
                </a:solidFill>
                <a:latin typeface="Times New Roman" panose="02020603050405020304" charset="0"/>
                <a:ea typeface="Times New Roman" panose="02020603050405020304" charset="0"/>
                <a:cs typeface="Times New Roman" panose="02020603050405020304" charset="0"/>
              </a:rPr>
              <a:t> Zhu</a:t>
            </a:r>
            <a:r>
              <a:rPr lang="en-US" altLang="zh-CN" sz="6000" baseline="30000" dirty="0">
                <a:solidFill>
                  <a:schemeClr val="bg1"/>
                </a:solidFill>
                <a:latin typeface="Times New Roman" panose="02020603050405020304" charset="0"/>
                <a:ea typeface="Times New Roman" panose="02020603050405020304" charset="0"/>
                <a:cs typeface="Times New Roman" panose="02020603050405020304" charset="0"/>
              </a:rPr>
              <a:t>1</a:t>
            </a:r>
            <a:r>
              <a:rPr lang="en-US" altLang="zh-CN" sz="6000" dirty="0">
                <a:solidFill>
                  <a:schemeClr val="bg1"/>
                </a:solidFill>
                <a:latin typeface="Times New Roman" panose="02020603050405020304" charset="0"/>
                <a:ea typeface="Times New Roman" panose="02020603050405020304" charset="0"/>
                <a:cs typeface="Times New Roman" panose="02020603050405020304" charset="0"/>
              </a:rPr>
              <a:t>, Yunxiang Luo</a:t>
            </a:r>
            <a:r>
              <a:rPr lang="en-US" altLang="en-US" sz="6000" dirty="0">
                <a:solidFill>
                  <a:schemeClr val="bg1"/>
                </a:solidFill>
                <a:latin typeface="Times New Roman" panose="02020603050405020304" charset="0"/>
                <a:ea typeface="Times New Roman" panose="02020603050405020304" charset="0"/>
                <a:cs typeface="Times New Roman" panose="02020603050405020304" charset="0"/>
              </a:rPr>
              <a:t>¹</a:t>
            </a:r>
            <a:endParaRPr lang="en-US" altLang="en-US" sz="6000" baseline="30000" dirty="0">
              <a:solidFill>
                <a:schemeClr val="bg1"/>
              </a:solidFill>
              <a:latin typeface="Times New Roman" panose="02020603050405020304" charset="0"/>
              <a:ea typeface="Times New Roman" panose="02020603050405020304" charset="0"/>
              <a:cs typeface="Times New Roman" panose="02020603050405020304" charset="0"/>
            </a:endParaRPr>
          </a:p>
          <a:p>
            <a:r>
              <a:rPr lang="en-US" altLang="zh-CN" sz="5400" baseline="30000" dirty="0">
                <a:solidFill>
                  <a:schemeClr val="bg1"/>
                </a:solidFill>
                <a:latin typeface="Times New Roman" panose="02020603050405020304" charset="0"/>
                <a:cs typeface="Times New Roman" panose="02020603050405020304" charset="0"/>
              </a:rPr>
              <a:t>1</a:t>
            </a:r>
            <a:r>
              <a:rPr lang="en-US" altLang="zh-CN" sz="5400" dirty="0">
                <a:solidFill>
                  <a:schemeClr val="bg1"/>
                </a:solidFill>
                <a:latin typeface="Times New Roman" panose="02020603050405020304" charset="0"/>
                <a:cs typeface="Times New Roman" panose="02020603050405020304" charset="0"/>
              </a:rPr>
              <a:t>Intelligent Software Research </a:t>
            </a:r>
            <a:r>
              <a:rPr lang="en-US" altLang="zh-CN" sz="5400">
                <a:solidFill>
                  <a:schemeClr val="bg1"/>
                </a:solidFill>
                <a:latin typeface="Times New Roman" panose="02020603050405020304" charset="0"/>
                <a:cs typeface="Times New Roman" panose="02020603050405020304" charset="0"/>
              </a:rPr>
              <a:t>Center, Institute </a:t>
            </a:r>
            <a:r>
              <a:rPr lang="en-US" altLang="zh-CN" sz="5400" dirty="0">
                <a:solidFill>
                  <a:schemeClr val="bg1"/>
                </a:solidFill>
                <a:latin typeface="Times New Roman" panose="02020603050405020304" charset="0"/>
                <a:cs typeface="Times New Roman" panose="02020603050405020304" charset="0"/>
              </a:rPr>
              <a:t>of Software, Chinese Academy of Sciences</a:t>
            </a:r>
            <a:endParaRPr lang="zh-CN" altLang="zh-CN" sz="5400" dirty="0">
              <a:solidFill>
                <a:schemeClr val="bg1"/>
              </a:solidFill>
              <a:latin typeface="Times New Roman" panose="02020603050405020304" charset="0"/>
              <a:cs typeface="Times New Roman" panose="02020603050405020304" charset="0"/>
            </a:endParaRPr>
          </a:p>
          <a:p>
            <a:pPr algn="l"/>
            <a:endParaRPr lang="en-US" altLang="en-US" sz="6000" dirty="0">
              <a:solidFill>
                <a:schemeClr val="bg1"/>
              </a:solidFill>
              <a:latin typeface="Times New Roman" panose="02020603050405020304" charset="0"/>
              <a:ea typeface="Times New Roman" panose="02020603050405020304" charset="0"/>
              <a:cs typeface="Times New Roman" panose="02020603050405020304" charset="0"/>
            </a:endParaRPr>
          </a:p>
        </p:txBody>
      </p:sp>
      <p:sp>
        <p:nvSpPr>
          <p:cNvPr id="88" name="文本框 87"/>
          <p:cNvSpPr txBox="1"/>
          <p:nvPr/>
        </p:nvSpPr>
        <p:spPr>
          <a:xfrm>
            <a:off x="1143000" y="7974762"/>
            <a:ext cx="13275945" cy="1071448"/>
          </a:xfrm>
          <a:prstGeom prst="rect">
            <a:avLst/>
          </a:prstGeom>
          <a:solidFill>
            <a:srgbClr val="463C62"/>
          </a:solidFill>
        </p:spPr>
        <p:style>
          <a:lnRef idx="2">
            <a:schemeClr val="accent2">
              <a:shade val="50000"/>
            </a:schemeClr>
          </a:lnRef>
          <a:fillRef idx="1">
            <a:schemeClr val="accent2"/>
          </a:fillRef>
          <a:effectRef idx="0">
            <a:schemeClr val="accent2"/>
          </a:effectRef>
          <a:fontRef idx="minor">
            <a:schemeClr val="lt1"/>
          </a:fontRef>
        </p:style>
        <p:txBody>
          <a:bodyPr wrap="square" rtlCol="0">
            <a:noAutofit/>
          </a:bodyPr>
          <a:lstStyle/>
          <a:p>
            <a:pPr algn="ctr"/>
            <a:r>
              <a:rPr lang="en-US" altLang="zh-CN" sz="6540" noProof="0" dirty="0">
                <a:ln>
                  <a:noFill/>
                </a:ln>
                <a:effectLst/>
                <a:uLnTx/>
                <a:uFillTx/>
                <a:latin typeface="Times New Roman" panose="02020603050405020304" charset="0"/>
                <a:ea typeface="Times New Roman" panose="02020603050405020304" charset="0"/>
                <a:cs typeface="Times New Roman" panose="02020603050405020304" charset="0"/>
                <a:sym typeface="+mn-ea"/>
              </a:rPr>
              <a:t>Motivation</a:t>
            </a:r>
            <a:endParaRPr kumimoji="0" lang="en-US" altLang="zh-CN" sz="6540" b="0" i="0" u="none" strike="noStrike" kern="1200" cap="none" spc="0" normalizeH="0" baseline="0" noProof="0" dirty="0">
              <a:ln>
                <a:noFill/>
              </a:ln>
              <a:solidFill>
                <a:schemeClr val="tx1"/>
              </a:solidFill>
              <a:effectLst/>
              <a:uLnTx/>
              <a:uFillTx/>
              <a:latin typeface="Times New Roman" panose="02020603050405020304" charset="0"/>
              <a:ea typeface="Times New Roman" panose="02020603050405020304" charset="0"/>
              <a:cs typeface="Times New Roman" panose="02020603050405020304" charset="0"/>
            </a:endParaRPr>
          </a:p>
          <a:p>
            <a:pPr algn="ctr"/>
            <a:endParaRPr lang="zh-CN" altLang="en-US" dirty="0">
              <a:latin typeface="Times New Roman" panose="02020603050405020304" charset="0"/>
              <a:ea typeface="Times New Roman" panose="02020603050405020304" charset="0"/>
              <a:cs typeface="Times New Roman" panose="02020603050405020304" charset="0"/>
            </a:endParaRPr>
          </a:p>
        </p:txBody>
      </p:sp>
      <p:sp>
        <p:nvSpPr>
          <p:cNvPr id="207" name="文本框 206"/>
          <p:cNvSpPr txBox="1"/>
          <p:nvPr/>
        </p:nvSpPr>
        <p:spPr>
          <a:xfrm>
            <a:off x="15628030" y="33159560"/>
            <a:ext cx="13314680" cy="4377437"/>
          </a:xfrm>
          <a:prstGeom prst="rect">
            <a:avLst/>
          </a:prstGeom>
          <a:noFill/>
        </p:spPr>
        <p:txBody>
          <a:bodyPr wrap="square" rtlCol="0" anchor="t">
            <a:noAutofit/>
          </a:bodyPr>
          <a:lstStyle/>
          <a:p>
            <a:pPr marL="571500" indent="-571500" algn="l">
              <a:lnSpc>
                <a:spcPct val="110000"/>
              </a:lnSpc>
              <a:buFont typeface="Wingdings" panose="05000000000000000000" charset="0"/>
              <a:buChar char="p"/>
            </a:pPr>
            <a:r>
              <a:rPr lang="en-US" altLang="zh-CN" sz="3735" dirty="0">
                <a:latin typeface="Times New Roman" panose="02020603050405020304" charset="0"/>
                <a:ea typeface="Times New Roman" panose="02020603050405020304" charset="0"/>
                <a:cs typeface="Times New Roman" panose="02020603050405020304" charset="0"/>
                <a:sym typeface="+mn-ea"/>
              </a:rPr>
              <a:t>Sail-RISCV-WASM provides an accessible and engineering-oriented RISC-V workflow: browser-native deployment, configuration-sensitive decode exploration, in-browser assembly and linking, synchronized source/disassembly stepping, and trace-driven diagnosis in one environment. Compared with common browser-only flows, it combines broader extension coverage and stronger configuration control in the same loop. </a:t>
            </a:r>
            <a:endParaRPr lang="en-US" altLang="zh-CN" sz="3735" dirty="0">
              <a:latin typeface="Times New Roman" panose="02020603050405020304" charset="0"/>
              <a:ea typeface="Times New Roman" panose="02020603050405020304" charset="0"/>
              <a:cs typeface="Times New Roman" panose="02020603050405020304" charset="0"/>
            </a:endParaRPr>
          </a:p>
        </p:txBody>
      </p:sp>
      <p:pic>
        <p:nvPicPr>
          <p:cNvPr id="13" name="图片 12" descr="QR Code Image">
            <a:extLst>
              <a:ext uri="{FF2B5EF4-FFF2-40B4-BE49-F238E27FC236}">
                <a16:creationId xmlns:a16="http://schemas.microsoft.com/office/drawing/2014/main" id="{99DDF121-9FD7-4070-DE6B-697B460EB10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870563" y="37785045"/>
            <a:ext cx="3810000" cy="3810000"/>
          </a:xfrm>
          <a:prstGeom prst="rect">
            <a:avLst/>
          </a:prstGeom>
          <a:noFill/>
          <a:ln>
            <a:noFill/>
          </a:ln>
        </p:spPr>
      </p:pic>
      <p:sp>
        <p:nvSpPr>
          <p:cNvPr id="18" name="文本框 17">
            <a:extLst>
              <a:ext uri="{FF2B5EF4-FFF2-40B4-BE49-F238E27FC236}">
                <a16:creationId xmlns:a16="http://schemas.microsoft.com/office/drawing/2014/main" id="{94CCC7CD-3FED-3FAD-B763-7B906AD14D08}"/>
              </a:ext>
            </a:extLst>
          </p:cNvPr>
          <p:cNvSpPr txBox="1"/>
          <p:nvPr/>
        </p:nvSpPr>
        <p:spPr>
          <a:xfrm>
            <a:off x="18950063" y="41484522"/>
            <a:ext cx="5461000" cy="584775"/>
          </a:xfrm>
          <a:prstGeom prst="rect">
            <a:avLst/>
          </a:prstGeom>
          <a:noFill/>
        </p:spPr>
        <p:txBody>
          <a:bodyPr wrap="square" rtlCol="0">
            <a:spAutoFit/>
          </a:bodyPr>
          <a:lstStyle/>
          <a:p>
            <a:r>
              <a:rPr lang="es-ES" altLang="zh-CN" sz="3200" dirty="0">
                <a:solidFill>
                  <a:schemeClr val="dk1"/>
                </a:solidFill>
              </a:rPr>
              <a:t>sail-riscv</a:t>
            </a:r>
            <a:endParaRPr lang="zh-CN" altLang="en-US" sz="3200" dirty="0"/>
          </a:p>
        </p:txBody>
      </p:sp>
      <p:sp>
        <p:nvSpPr>
          <p:cNvPr id="20" name="文本框 19">
            <a:extLst>
              <a:ext uri="{FF2B5EF4-FFF2-40B4-BE49-F238E27FC236}">
                <a16:creationId xmlns:a16="http://schemas.microsoft.com/office/drawing/2014/main" id="{466EDCF8-1848-1B22-3F9B-76FD3FD51BA7}"/>
              </a:ext>
            </a:extLst>
          </p:cNvPr>
          <p:cNvSpPr txBox="1"/>
          <p:nvPr/>
        </p:nvSpPr>
        <p:spPr>
          <a:xfrm>
            <a:off x="25208687" y="41595045"/>
            <a:ext cx="5461000" cy="584775"/>
          </a:xfrm>
          <a:prstGeom prst="rect">
            <a:avLst/>
          </a:prstGeom>
          <a:noFill/>
        </p:spPr>
        <p:txBody>
          <a:bodyPr wrap="square" rtlCol="0">
            <a:spAutoFit/>
          </a:bodyPr>
          <a:lstStyle/>
          <a:p>
            <a:r>
              <a:rPr lang="es-ES" altLang="zh-CN" sz="3200" dirty="0">
                <a:solidFill>
                  <a:schemeClr val="dk1"/>
                </a:solidFill>
              </a:rPr>
              <a:t>source</a:t>
            </a:r>
            <a:endParaRPr lang="zh-CN" altLang="en-US" sz="3200" dirty="0"/>
          </a:p>
        </p:txBody>
      </p:sp>
      <p:pic>
        <p:nvPicPr>
          <p:cNvPr id="2" name="图片 1" descr="QR Code Image">
            <a:extLst>
              <a:ext uri="{FF2B5EF4-FFF2-40B4-BE49-F238E27FC236}">
                <a16:creationId xmlns:a16="http://schemas.microsoft.com/office/drawing/2014/main" id="{8CFD4C2F-F2E3-6FCD-BAF9-32147E1F873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923096" y="37856385"/>
            <a:ext cx="3810000" cy="3810000"/>
          </a:xfrm>
          <a:prstGeom prst="rect">
            <a:avLst/>
          </a:prstGeom>
          <a:noFill/>
          <a:ln>
            <a:noFill/>
          </a:ln>
        </p:spPr>
      </p:pic>
      <p:pic>
        <p:nvPicPr>
          <p:cNvPr id="3" name="图片 2">
            <a:extLst>
              <a:ext uri="{FF2B5EF4-FFF2-40B4-BE49-F238E27FC236}">
                <a16:creationId xmlns:a16="http://schemas.microsoft.com/office/drawing/2014/main" id="{C6C8725E-5BB7-BFF6-D505-03550346BD7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4990" y="21024378"/>
            <a:ext cx="13271183" cy="6859450"/>
          </a:xfrm>
          <a:prstGeom prst="rect">
            <a:avLst/>
          </a:prstGeom>
          <a:noFill/>
          <a:ln>
            <a:noFill/>
          </a:ln>
        </p:spPr>
      </p:pic>
      <p:sp>
        <p:nvSpPr>
          <p:cNvPr id="5" name="文本框 4">
            <a:extLst>
              <a:ext uri="{FF2B5EF4-FFF2-40B4-BE49-F238E27FC236}">
                <a16:creationId xmlns:a16="http://schemas.microsoft.com/office/drawing/2014/main" id="{E1A7048A-9544-BC2B-9357-DC82FF98E8B6}"/>
              </a:ext>
            </a:extLst>
          </p:cNvPr>
          <p:cNvSpPr txBox="1"/>
          <p:nvPr/>
        </p:nvSpPr>
        <p:spPr>
          <a:xfrm>
            <a:off x="1434301" y="28161485"/>
            <a:ext cx="13162281" cy="12799245"/>
          </a:xfrm>
          <a:prstGeom prst="rect">
            <a:avLst/>
          </a:prstGeom>
        </p:spPr>
        <p:txBody>
          <a:bodyPr wrap="square" rtlCol="0">
            <a:noAutofit/>
          </a:bodyPr>
          <a:lstStyle/>
          <a:p>
            <a:pPr marL="571500" indent="-571500">
              <a:lnSpc>
                <a:spcPct val="110000"/>
              </a:lnSpc>
              <a:buFont typeface="Wingdings" panose="05000000000000000000" charset="0"/>
              <a:buChar char="p"/>
            </a:pPr>
            <a:r>
              <a:rPr lang="en-US" altLang="zh-CN" sz="3735" b="1" dirty="0">
                <a:latin typeface="Times New Roman" panose="02020603050405020304" charset="0"/>
                <a:ea typeface="Times New Roman" panose="02020603050405020304" charset="0"/>
                <a:cs typeface="Times New Roman" panose="02020603050405020304" charset="0"/>
              </a:rPr>
              <a:t>Encode/Decode/Execute </a:t>
            </a:r>
            <a:r>
              <a:rPr lang="en-US" altLang="zh-CN" sz="3735" dirty="0">
                <a:latin typeface="Times New Roman" panose="02020603050405020304" charset="0"/>
                <a:ea typeface="Times New Roman" panose="02020603050405020304" charset="0"/>
                <a:cs typeface="Times New Roman" panose="02020603050405020304" charset="0"/>
              </a:rPr>
              <a:t>We use Sail for encoding, decoding, and execution. The decoding process reads the user-provided JSON configuration (such as XLEN and extension enabling status), so the same machine code may decode to different results under different configurations.</a:t>
            </a:r>
          </a:p>
          <a:p>
            <a:pPr>
              <a:lnSpc>
                <a:spcPct val="110000"/>
              </a:lnSpc>
            </a:pPr>
            <a:endParaRPr lang="en-US" altLang="zh-CN" sz="3735" dirty="0">
              <a:latin typeface="Times New Roman" panose="02020603050405020304" charset="0"/>
              <a:ea typeface="Times New Roman" panose="02020603050405020304" charset="0"/>
              <a:cs typeface="Times New Roman" panose="02020603050405020304" charset="0"/>
            </a:endParaRPr>
          </a:p>
          <a:p>
            <a:pPr marL="571500" indent="-571500">
              <a:lnSpc>
                <a:spcPct val="110000"/>
              </a:lnSpc>
              <a:buFont typeface="Wingdings" panose="05000000000000000000" charset="0"/>
              <a:buChar char="p"/>
            </a:pPr>
            <a:r>
              <a:rPr lang="en-US" altLang="zh-CN" sz="3735" b="1" dirty="0">
                <a:latin typeface="Times New Roman" panose="02020603050405020304" charset="0"/>
                <a:ea typeface="Times New Roman" panose="02020603050405020304" charset="0"/>
                <a:cs typeface="Times New Roman" panose="02020603050405020304" charset="0"/>
              </a:rPr>
              <a:t>Debug mapping and trace path </a:t>
            </a:r>
            <a:r>
              <a:rPr lang="en-US" altLang="zh-CN" sz="3735" dirty="0">
                <a:latin typeface="Times New Roman" panose="02020603050405020304" charset="0"/>
                <a:ea typeface="Times New Roman" panose="02020603050405020304" charset="0"/>
                <a:cs typeface="Times New Roman" panose="02020603050405020304" charset="0"/>
              </a:rPr>
              <a:t>Before debugging, the worker assembles and links source files into a debug-capable ELF, then extracts address-to-source-line and address-to-disassembly-line mappings. </a:t>
            </a:r>
          </a:p>
          <a:p>
            <a:pPr marL="571500" indent="-571500">
              <a:lnSpc>
                <a:spcPct val="110000"/>
              </a:lnSpc>
              <a:buFont typeface="Wingdings" panose="05000000000000000000" charset="0"/>
              <a:buChar char="p"/>
            </a:pPr>
            <a:endParaRPr lang="en-US" altLang="zh-CN" sz="3735" dirty="0">
              <a:latin typeface="Times New Roman" panose="02020603050405020304" charset="0"/>
              <a:ea typeface="Times New Roman" panose="02020603050405020304" charset="0"/>
              <a:cs typeface="Times New Roman" panose="02020603050405020304" charset="0"/>
            </a:endParaRPr>
          </a:p>
          <a:p>
            <a:pPr marL="571500" indent="-571500">
              <a:lnSpc>
                <a:spcPct val="110000"/>
              </a:lnSpc>
              <a:buFont typeface="Wingdings" panose="05000000000000000000" charset="0"/>
              <a:buChar char="p"/>
            </a:pPr>
            <a:r>
              <a:rPr lang="en-US" altLang="zh-CN" sz="3735" b="1" dirty="0" err="1">
                <a:latin typeface="Times New Roman" panose="02020603050405020304" charset="0"/>
                <a:ea typeface="Times New Roman" panose="02020603050405020304" charset="0"/>
                <a:cs typeface="Times New Roman" panose="02020603050405020304" charset="0"/>
              </a:rPr>
              <a:t>WebWorker</a:t>
            </a:r>
            <a:r>
              <a:rPr lang="en-US" altLang="zh-CN" sz="3735" b="1" dirty="0">
                <a:latin typeface="Times New Roman" panose="02020603050405020304" charset="0"/>
                <a:ea typeface="Times New Roman" panose="02020603050405020304" charset="0"/>
                <a:cs typeface="Times New Roman" panose="02020603050405020304" charset="0"/>
              </a:rPr>
              <a:t> and browser debugging interfaces </a:t>
            </a:r>
            <a:r>
              <a:rPr lang="en-US" altLang="zh-CN" sz="3735" dirty="0">
                <a:latin typeface="Times New Roman" panose="02020603050405020304" charset="0"/>
                <a:ea typeface="Times New Roman" panose="02020603050405020304" charset="0"/>
                <a:cs typeface="Times New Roman" panose="02020603050405020304" charset="0"/>
              </a:rPr>
              <a:t>The system separates heavy computation from interactive control. The worker executes assembly, linking, disassembly, line mapping, and log aggregation. During runtime control, it calls browser-oriented debugging interfaces added around sail-</a:t>
            </a:r>
            <a:r>
              <a:rPr lang="en-US" altLang="zh-CN" sz="3735" dirty="0" err="1">
                <a:latin typeface="Times New Roman" panose="02020603050405020304" charset="0"/>
                <a:ea typeface="Times New Roman" panose="02020603050405020304" charset="0"/>
                <a:cs typeface="Times New Roman" panose="02020603050405020304" charset="0"/>
              </a:rPr>
              <a:t>riscv</a:t>
            </a:r>
            <a:r>
              <a:rPr lang="en-US" altLang="zh-CN" sz="3735" dirty="0">
                <a:latin typeface="Times New Roman" panose="02020603050405020304" charset="0"/>
                <a:ea typeface="Times New Roman" panose="02020603050405020304" charset="0"/>
                <a:cs typeface="Times New Roman" panose="02020603050405020304" charset="0"/>
              </a:rPr>
              <a:t> (session initialization, instruction-step, source-line-step, run, state readout, and reset). The frontend triggers these capabilities through a unified RPC surface and consumes structured debug-state updates.</a:t>
            </a:r>
          </a:p>
        </p:txBody>
      </p:sp>
      <p:pic>
        <p:nvPicPr>
          <p:cNvPr id="6" name="图片 5">
            <a:extLst>
              <a:ext uri="{FF2B5EF4-FFF2-40B4-BE49-F238E27FC236}">
                <a16:creationId xmlns:a16="http://schemas.microsoft.com/office/drawing/2014/main" id="{E254D9C9-3CB1-7781-6236-1FF506E8B80D}"/>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719573" y="24745770"/>
            <a:ext cx="13470255" cy="6390096"/>
          </a:xfrm>
          <a:prstGeom prst="rect">
            <a:avLst/>
          </a:prstGeom>
          <a:noFill/>
          <a:ln>
            <a:noFill/>
          </a:ln>
        </p:spPr>
      </p:pic>
      <p:sp>
        <p:nvSpPr>
          <p:cNvPr id="9" name="文本框 8">
            <a:extLst>
              <a:ext uri="{FF2B5EF4-FFF2-40B4-BE49-F238E27FC236}">
                <a16:creationId xmlns:a16="http://schemas.microsoft.com/office/drawing/2014/main" id="{3D43D57A-D97E-86C0-5A91-438AD3EEB440}"/>
              </a:ext>
            </a:extLst>
          </p:cNvPr>
          <p:cNvSpPr txBox="1"/>
          <p:nvPr/>
        </p:nvSpPr>
        <p:spPr>
          <a:xfrm>
            <a:off x="15719575" y="19332751"/>
            <a:ext cx="13470255" cy="5413019"/>
          </a:xfrm>
          <a:prstGeom prst="rect">
            <a:avLst/>
          </a:prstGeom>
        </p:spPr>
        <p:txBody>
          <a:bodyPr wrap="square" rtlCol="0">
            <a:noAutofit/>
          </a:bodyPr>
          <a:lstStyle/>
          <a:p>
            <a:pPr marL="571500" indent="-571500" algn="l">
              <a:lnSpc>
                <a:spcPct val="110000"/>
              </a:lnSpc>
              <a:buFont typeface="Wingdings" panose="05000000000000000000" charset="0"/>
              <a:buChar char="p"/>
            </a:pPr>
            <a:r>
              <a:rPr lang="en-US" altLang="zh-CN" sz="3735" b="1" dirty="0">
                <a:latin typeface="Times New Roman" panose="02020603050405020304" charset="0"/>
                <a:ea typeface="Times New Roman" panose="02020603050405020304" charset="0"/>
                <a:cs typeface="Times New Roman" panose="02020603050405020304" charset="0"/>
              </a:rPr>
              <a:t>Build, Execute, and Debug </a:t>
            </a:r>
            <a:r>
              <a:rPr lang="en-US" altLang="zh-CN" sz="3735" dirty="0">
                <a:latin typeface="Times New Roman" panose="02020603050405020304" charset="0"/>
                <a:ea typeface="Times New Roman" panose="02020603050405020304" charset="0"/>
                <a:cs typeface="Times New Roman" panose="02020603050405020304" charset="0"/>
              </a:rPr>
              <a:t>The runtime workflow supports editing assembly and linker scripts, building ELF binaries in-browser, and executing them in instruction-step or source-line-step mode. During stepping, the editor keeps source and disassembly synchronized and highlights mapped regions, while register and memory events appear in logs and inline annotations. The runtime page includes terminal-style output panes that aggregate logs in real time. </a:t>
            </a:r>
          </a:p>
        </p:txBody>
      </p:sp>
      <p:pic>
        <p:nvPicPr>
          <p:cNvPr id="10" name="图片 9">
            <a:extLst>
              <a:ext uri="{FF2B5EF4-FFF2-40B4-BE49-F238E27FC236}">
                <a16:creationId xmlns:a16="http://schemas.microsoft.com/office/drawing/2014/main" id="{F6E1A304-B1FD-91A0-629C-E83DAE63E522}"/>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5501644" y="12314561"/>
            <a:ext cx="13906115" cy="6596862"/>
          </a:xfrm>
          <a:prstGeom prst="rect">
            <a:avLst/>
          </a:prstGeom>
          <a:noFill/>
          <a:ln>
            <a:noFill/>
          </a:ln>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8db0f92f-df17-41ef-839c-1a58a647785f"/>
  <p:tag name="COMMONDATA" val="eyJoZGlkIjoiY2MxOGY3NTkxZjI4NjVmNTM0NmYyMTM4NGU2Yzg4ZDIifQ=="/>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F0"/>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85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85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F0"/>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TotalTime>
  <Words>474</Words>
  <Application>Microsoft Office PowerPoint</Application>
  <PresentationFormat>自定义</PresentationFormat>
  <Paragraphs>20</Paragraphs>
  <Slides>1</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vt:i4>
      </vt:variant>
    </vt:vector>
  </HeadingPairs>
  <TitlesOfParts>
    <vt:vector size="6" baseType="lpstr">
      <vt:lpstr>Arial</vt:lpstr>
      <vt:lpstr>Calibri</vt:lpstr>
      <vt:lpstr>Times New Roman</vt:lpstr>
      <vt:lpstr>Wingdings</vt:lpstr>
      <vt:lpstr>默认设计模板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Ying</dc:creator>
  <cp:lastModifiedBy>rdthg t</cp:lastModifiedBy>
  <cp:revision>25</cp:revision>
  <dcterms:created xsi:type="dcterms:W3CDTF">2025-11-14T03:29:40Z</dcterms:created>
  <dcterms:modified xsi:type="dcterms:W3CDTF">2026-05-11T08:06:29Z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78AFB7AD364A489D9AE9FCFDB7B1B747_13</vt:lpwstr>
  </property>
</Properties>
</file>
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66" r:id="rId2"/>
  </p:sldIdLst>
  <p:sldSz cx="30275213" cy="42803763"/>
  <p:notesSz cx="6858000" cy="9144000"/>
  <p:custDataLst>
    <p:tags r:id="rId4"/>
  </p:custDataLst>
  <p:defaultTextStyle>
    <a:defPPr>
      <a:defRPr lang="zh-CN"/>
    </a:defPPr>
    <a:lvl1pPr marL="0" lvl="0" indent="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1pPr>
    <a:lvl2pPr marL="415925" lvl="1" indent="41275"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2pPr>
    <a:lvl3pPr marL="831850" lvl="2" indent="8255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3pPr>
    <a:lvl4pPr marL="1247775" lvl="3" indent="123825"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4pPr>
    <a:lvl5pPr marL="1663700" lvl="4" indent="16510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16510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16510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16510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165100" algn="l" defTabSz="914400" rtl="0" eaLnBrk="0" fontAlgn="base" latinLnBrk="0" hangingPunct="0">
      <a:lnSpc>
        <a:spcPct val="100000"/>
      </a:lnSpc>
      <a:spcBef>
        <a:spcPct val="0"/>
      </a:spcBef>
      <a:spcAft>
        <a:spcPct val="0"/>
      </a:spcAft>
      <a:buNone/>
      <a:defRPr sz="77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3481" userDrawn="1">
          <p15:clr>
            <a:srgbClr val="A4A3A4"/>
          </p15:clr>
        </p15:guide>
        <p15:guide id="2" pos="951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dthg t" initials="rt" lastIdx="1" clrIdx="0">
    <p:extLst>
      <p:ext uri="{19B8F6BF-5375-455C-9EA6-DF929625EA0E}">
        <p15:presenceInfo xmlns:p15="http://schemas.microsoft.com/office/powerpoint/2012/main" userId="43681890c667881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8F5"/>
    <a:srgbClr val="D1D1F0"/>
    <a:srgbClr val="FFCEA4"/>
    <a:srgbClr val="E09EE9"/>
    <a:srgbClr val="ABEBB3"/>
    <a:srgbClr val="426877"/>
    <a:srgbClr val="99C7F0"/>
    <a:srgbClr val="A7D8DE"/>
    <a:srgbClr val="B1D6C6"/>
    <a:srgbClr val="176B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1575" autoAdjust="0"/>
    <p:restoredTop sz="94660"/>
  </p:normalViewPr>
  <p:slideViewPr>
    <p:cSldViewPr snapToGrid="0" snapToObjects="1" showGuides="1">
      <p:cViewPr varScale="1">
        <p:scale>
          <a:sx n="15" d="100"/>
          <a:sy n="15" d="100"/>
        </p:scale>
        <p:origin x="3552" y="104"/>
      </p:cViewPr>
      <p:guideLst>
        <p:guide orient="horz" pos="13481"/>
        <p:guide pos="9512"/>
      </p:guideLst>
    </p:cSldViewPr>
  </p:slideViewPr>
  <p:notesTextViewPr>
    <p:cViewPr>
      <p:scale>
        <a:sx n="200" d="100"/>
        <a:sy n="200" d="100"/>
      </p:scale>
      <p:origin x="0" y="0"/>
    </p:cViewPr>
  </p:notesTextViewPr>
  <p:gridSpacing cx="71999" cy="71999"/>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tags" Target="tags/tag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buFont typeface="Arial" panose="020B0604020202020204" pitchFamily="34" charset="0"/>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8F19AD6-357B-4E4E-9AC9-FD0572FEB947}"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p:cNvSpPr>
          <p:nvPr>
            <p:ph type="sldImg" idx="2"/>
          </p:nvPr>
        </p:nvSpPr>
        <p:spPr>
          <a:xfrm>
            <a:off x="2216305" y="685800"/>
            <a:ext cx="2425390" cy="3429000"/>
          </a:xfrm>
          <a:prstGeom prst="rect">
            <a:avLst/>
          </a:prstGeom>
          <a:noFill/>
          <a:ln w="9525">
            <a:noFill/>
          </a:ln>
        </p:spPr>
      </p:sp>
      <p:sp>
        <p:nvSpPr>
          <p:cNvPr id="2053"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1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15925" marR="0" lvl="1" indent="0" algn="l" defTabSz="914400" rtl="0" eaLnBrk="0" fontAlgn="base" latinLnBrk="0" hangingPunct="0">
              <a:lnSpc>
                <a:spcPct val="100000"/>
              </a:lnSpc>
              <a:spcBef>
                <a:spcPct val="30000"/>
              </a:spcBef>
              <a:spcAft>
                <a:spcPct val="0"/>
              </a:spcAft>
              <a:buClrTx/>
              <a:buSzTx/>
              <a:buFontTx/>
              <a:buNone/>
              <a:defRPr/>
            </a:pPr>
            <a:r>
              <a:rPr kumimoji="0" lang="zh-CN" altLang="en-US" sz="11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831850" marR="0" lvl="2" indent="0" algn="l" defTabSz="914400" rtl="0" eaLnBrk="0" fontAlgn="base" latinLnBrk="0" hangingPunct="0">
              <a:lnSpc>
                <a:spcPct val="100000"/>
              </a:lnSpc>
              <a:spcBef>
                <a:spcPct val="30000"/>
              </a:spcBef>
              <a:spcAft>
                <a:spcPct val="0"/>
              </a:spcAft>
              <a:buClrTx/>
              <a:buSzTx/>
              <a:buFontTx/>
              <a:buNone/>
              <a:defRPr/>
            </a:pPr>
            <a:r>
              <a:rPr kumimoji="0" lang="zh-CN" altLang="en-US" sz="11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247775" marR="0" lvl="3" indent="0" algn="l" defTabSz="914400" rtl="0" eaLnBrk="0" fontAlgn="base" latinLnBrk="0" hangingPunct="0">
              <a:lnSpc>
                <a:spcPct val="100000"/>
              </a:lnSpc>
              <a:spcBef>
                <a:spcPct val="30000"/>
              </a:spcBef>
              <a:spcAft>
                <a:spcPct val="0"/>
              </a:spcAft>
              <a:buClrTx/>
              <a:buSzTx/>
              <a:buFontTx/>
              <a:buNone/>
              <a:defRPr/>
            </a:pPr>
            <a:r>
              <a:rPr kumimoji="0" lang="zh-CN" altLang="en-US" sz="11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6637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1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2054"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1A918D4-D8A1-48DA-90A2-42161825DAF1}"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100" kern="1200">
        <a:solidFill>
          <a:schemeClr val="tx1"/>
        </a:solidFill>
        <a:latin typeface="Calibri" panose="020F0502020204030204" pitchFamily="34" charset="0"/>
        <a:ea typeface="宋体" panose="02010600030101010101" pitchFamily="2" charset="-122"/>
        <a:cs typeface="+mn-cs"/>
      </a:defRPr>
    </a:lvl1pPr>
    <a:lvl2pPr marL="415925" algn="l" rtl="0" eaLnBrk="0" fontAlgn="base" hangingPunct="0">
      <a:spcBef>
        <a:spcPct val="30000"/>
      </a:spcBef>
      <a:spcAft>
        <a:spcPct val="0"/>
      </a:spcAft>
      <a:defRPr sz="1100" kern="1200">
        <a:solidFill>
          <a:schemeClr val="tx1"/>
        </a:solidFill>
        <a:latin typeface="Calibri" panose="020F0502020204030204" pitchFamily="34" charset="0"/>
        <a:ea typeface="宋体" panose="02010600030101010101" pitchFamily="2" charset="-122"/>
        <a:cs typeface="+mn-cs"/>
      </a:defRPr>
    </a:lvl2pPr>
    <a:lvl3pPr marL="831850" algn="l" rtl="0" eaLnBrk="0" fontAlgn="base" hangingPunct="0">
      <a:spcBef>
        <a:spcPct val="30000"/>
      </a:spcBef>
      <a:spcAft>
        <a:spcPct val="0"/>
      </a:spcAft>
      <a:defRPr sz="1100" kern="1200">
        <a:solidFill>
          <a:schemeClr val="tx1"/>
        </a:solidFill>
        <a:latin typeface="Calibri" panose="020F0502020204030204" pitchFamily="34" charset="0"/>
        <a:ea typeface="宋体" panose="02010600030101010101" pitchFamily="2" charset="-122"/>
        <a:cs typeface="+mn-cs"/>
      </a:defRPr>
    </a:lvl3pPr>
    <a:lvl4pPr marL="1247775" algn="l" rtl="0" eaLnBrk="0" fontAlgn="base" hangingPunct="0">
      <a:spcBef>
        <a:spcPct val="30000"/>
      </a:spcBef>
      <a:spcAft>
        <a:spcPct val="0"/>
      </a:spcAft>
      <a:defRPr sz="1100" kern="1200">
        <a:solidFill>
          <a:schemeClr val="tx1"/>
        </a:solidFill>
        <a:latin typeface="Calibri" panose="020F0502020204030204" pitchFamily="34" charset="0"/>
        <a:ea typeface="宋体" panose="02010600030101010101" pitchFamily="2" charset="-122"/>
        <a:cs typeface="+mn-cs"/>
      </a:defRPr>
    </a:lvl4pPr>
    <a:lvl5pPr marL="1663700" algn="l" rtl="0" eaLnBrk="0" fontAlgn="base" hangingPunct="0">
      <a:spcBef>
        <a:spcPct val="30000"/>
      </a:spcBef>
      <a:spcAft>
        <a:spcPct val="0"/>
      </a:spcAft>
      <a:defRPr sz="1100" kern="1200">
        <a:solidFill>
          <a:schemeClr val="tx1"/>
        </a:solidFill>
        <a:latin typeface="Calibri" panose="020F0502020204030204" pitchFamily="34" charset="0"/>
        <a:ea typeface="宋体" panose="02010600030101010101" pitchFamily="2" charset="-122"/>
        <a:cs typeface="+mn-cs"/>
      </a:defRPr>
    </a:lvl5pPr>
    <a:lvl6pPr marL="2080260" algn="l" defTabSz="831850" rtl="0" eaLnBrk="1" latinLnBrk="0" hangingPunct="1">
      <a:defRPr sz="1100" kern="1200">
        <a:solidFill>
          <a:schemeClr val="tx1"/>
        </a:solidFill>
        <a:latin typeface="+mn-lt"/>
        <a:ea typeface="+mn-ea"/>
        <a:cs typeface="+mn-cs"/>
      </a:defRPr>
    </a:lvl6pPr>
    <a:lvl7pPr marL="2496185" algn="l" defTabSz="831850" rtl="0" eaLnBrk="1" latinLnBrk="0" hangingPunct="1">
      <a:defRPr sz="1100" kern="1200">
        <a:solidFill>
          <a:schemeClr val="tx1"/>
        </a:solidFill>
        <a:latin typeface="+mn-lt"/>
        <a:ea typeface="+mn-ea"/>
        <a:cs typeface="+mn-cs"/>
      </a:defRPr>
    </a:lvl7pPr>
    <a:lvl8pPr marL="2912110" algn="l" defTabSz="831850" rtl="0" eaLnBrk="1" latinLnBrk="0" hangingPunct="1">
      <a:defRPr sz="1100" kern="1200">
        <a:solidFill>
          <a:schemeClr val="tx1"/>
        </a:solidFill>
        <a:latin typeface="+mn-lt"/>
        <a:ea typeface="+mn-ea"/>
        <a:cs typeface="+mn-cs"/>
      </a:defRPr>
    </a:lvl8pPr>
    <a:lvl9pPr marL="3328035" algn="l" defTabSz="831850" rtl="0" eaLnBrk="1" latinLnBrk="0" hangingPunct="1">
      <a:defRPr sz="1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3784315" y="7004498"/>
            <a:ext cx="22707371" cy="14902438"/>
          </a:xfrm>
        </p:spPr>
        <p:txBody>
          <a:bodyPr anchor="b"/>
          <a:lstStyle>
            <a:lvl1pPr algn="ctr">
              <a:defRPr sz="7435"/>
            </a:lvl1pPr>
          </a:lstStyle>
          <a:p>
            <a:r>
              <a:rPr lang="zh-CN" altLang="en-US"/>
              <a:t>单击此处编辑母版标题样式</a:t>
            </a:r>
          </a:p>
        </p:txBody>
      </p:sp>
      <p:sp>
        <p:nvSpPr>
          <p:cNvPr id="3" name="副标题 2"/>
          <p:cNvSpPr>
            <a:spLocks noGrp="1"/>
          </p:cNvSpPr>
          <p:nvPr>
            <p:ph type="subTitle" idx="1"/>
          </p:nvPr>
        </p:nvSpPr>
        <p:spPr>
          <a:xfrm>
            <a:off x="3784315" y="22482637"/>
            <a:ext cx="22707371" cy="10334496"/>
          </a:xfrm>
        </p:spPr>
        <p:txBody>
          <a:bodyPr/>
          <a:lstStyle>
            <a:lvl1pPr marL="0" indent="0" algn="ctr">
              <a:buNone/>
              <a:defRPr sz="2975"/>
            </a:lvl1pPr>
            <a:lvl2pPr marL="561975" indent="0" algn="ctr">
              <a:buNone/>
              <a:defRPr sz="2570"/>
            </a:lvl2pPr>
            <a:lvl3pPr marL="1125220" indent="0" algn="ctr">
              <a:buNone/>
              <a:defRPr sz="2305"/>
            </a:lvl3pPr>
            <a:lvl4pPr marL="1687195" indent="0" algn="ctr">
              <a:buNone/>
              <a:defRPr sz="1890"/>
            </a:lvl4pPr>
            <a:lvl5pPr marL="2249170" indent="0" algn="ctr">
              <a:buNone/>
              <a:defRPr sz="1890"/>
            </a:lvl5pPr>
            <a:lvl6pPr marL="2812415" indent="0" algn="ctr">
              <a:buNone/>
              <a:defRPr sz="1890"/>
            </a:lvl6pPr>
            <a:lvl7pPr marL="3374390" indent="0" algn="ctr">
              <a:buNone/>
              <a:defRPr sz="1890"/>
            </a:lvl7pPr>
            <a:lvl8pPr marL="3936365" indent="0" algn="ctr">
              <a:buNone/>
              <a:defRPr sz="1890"/>
            </a:lvl8pPr>
            <a:lvl9pPr marL="4499610" indent="0" algn="ctr">
              <a:buNone/>
              <a:defRPr sz="1890"/>
            </a:lvl9pPr>
          </a:lstStyle>
          <a:p>
            <a:r>
              <a:rPr lang="zh-CN" altLang="en-US"/>
              <a:t>单击此处编辑母版副标题样式</a:t>
            </a:r>
          </a:p>
        </p:txBody>
      </p:sp>
      <p:sp>
        <p:nvSpPr>
          <p:cNvPr id="8" name="Rectangle 4"/>
          <p:cNvSpPr>
            <a:spLocks noGrp="1" noChangeArrowheads="1"/>
          </p:cNvSpPr>
          <p:nvPr>
            <p:ph type="dt" sz="half" idx="2"/>
          </p:nvPr>
        </p:nvSpPr>
        <p:spPr bwMode="auto">
          <a:xfrm>
            <a:off x="1512513" y="38982215"/>
            <a:ext cx="7066975" cy="2972500"/>
          </a:xfrm>
          <a:prstGeom prst="rect">
            <a:avLst/>
          </a:prstGeom>
        </p:spPr>
        <p:txBody>
          <a:bodyPr vert="horz" wrap="square" lIns="393061" tIns="196530" rIns="393061" bIns="19653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9B33151-9A15-412A-A725-D6326430A32A}"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5"/>
          <p:cNvSpPr>
            <a:spLocks noGrp="1" noChangeArrowheads="1"/>
          </p:cNvSpPr>
          <p:nvPr>
            <p:ph type="ftr" sz="quarter" idx="3"/>
          </p:nvPr>
        </p:nvSpPr>
        <p:spPr bwMode="auto">
          <a:xfrm>
            <a:off x="10345159" y="38982215"/>
            <a:ext cx="9585684" cy="2972500"/>
          </a:xfrm>
          <a:prstGeom prst="rect">
            <a:avLst/>
          </a:prstGeom>
        </p:spPr>
        <p:txBody>
          <a:bodyPr vert="horz" wrap="square" lIns="393061" tIns="196530" rIns="393061" bIns="19653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 name="Rectangle 6"/>
          <p:cNvSpPr>
            <a:spLocks noGrp="1" noChangeArrowheads="1"/>
          </p:cNvSpPr>
          <p:nvPr>
            <p:ph type="sldNum" sz="quarter" idx="4"/>
          </p:nvPr>
        </p:nvSpPr>
        <p:spPr bwMode="auto">
          <a:xfrm>
            <a:off x="21696514" y="38982215"/>
            <a:ext cx="7066975" cy="2972500"/>
          </a:xfrm>
          <a:prstGeom prst="rect">
            <a:avLst/>
          </a:prstGeom>
        </p:spPr>
        <p:txBody>
          <a:bodyPr vert="horz" wrap="square" lIns="393061" tIns="196530" rIns="393061" bIns="19653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CF27412-A7EB-4261-B675-FA5A03B0099C}"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2064983" y="10671122"/>
            <a:ext cx="26113404" cy="17806162"/>
          </a:xfrm>
        </p:spPr>
        <p:txBody>
          <a:bodyPr anchor="b"/>
          <a:lstStyle>
            <a:lvl1pPr>
              <a:defRPr sz="7435"/>
            </a:lvl1pPr>
          </a:lstStyle>
          <a:p>
            <a:r>
              <a:rPr lang="zh-CN" altLang="en-US"/>
              <a:t>单击此处编辑母版标题样式</a:t>
            </a:r>
          </a:p>
        </p:txBody>
      </p:sp>
      <p:sp>
        <p:nvSpPr>
          <p:cNvPr id="3" name="文本占位符 2"/>
          <p:cNvSpPr>
            <a:spLocks noGrp="1"/>
          </p:cNvSpPr>
          <p:nvPr>
            <p:ph type="body" idx="1"/>
          </p:nvPr>
        </p:nvSpPr>
        <p:spPr>
          <a:xfrm>
            <a:off x="2064983" y="28645585"/>
            <a:ext cx="26113404" cy="9362396"/>
          </a:xfrm>
        </p:spPr>
        <p:txBody>
          <a:bodyPr/>
          <a:lstStyle>
            <a:lvl1pPr marL="0" indent="0">
              <a:buNone/>
              <a:defRPr sz="2975"/>
            </a:lvl1pPr>
            <a:lvl2pPr marL="561975" indent="0">
              <a:buNone/>
              <a:defRPr sz="2570"/>
            </a:lvl2pPr>
            <a:lvl3pPr marL="1125220" indent="0">
              <a:buNone/>
              <a:defRPr sz="2305"/>
            </a:lvl3pPr>
            <a:lvl4pPr marL="1687195" indent="0">
              <a:buNone/>
              <a:defRPr sz="1890"/>
            </a:lvl4pPr>
            <a:lvl5pPr marL="2249170" indent="0">
              <a:buNone/>
              <a:defRPr sz="1890"/>
            </a:lvl5pPr>
            <a:lvl6pPr marL="2812415" indent="0">
              <a:buNone/>
              <a:defRPr sz="1890"/>
            </a:lvl6pPr>
            <a:lvl7pPr marL="3374390" indent="0">
              <a:buNone/>
              <a:defRPr sz="1890"/>
            </a:lvl7pPr>
            <a:lvl8pPr marL="3936365" indent="0">
              <a:buNone/>
              <a:defRPr sz="1890"/>
            </a:lvl8pPr>
            <a:lvl9pPr marL="4499610" indent="0">
              <a:buNone/>
              <a:defRPr sz="189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513132" y="9988443"/>
            <a:ext cx="13552920" cy="2824919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15208469" y="9988443"/>
            <a:ext cx="13554404" cy="2824919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2085749" y="2279255"/>
            <a:ext cx="26113404" cy="8273889"/>
          </a:xfrm>
        </p:spPr>
        <p:txBody>
          <a:bodyPr/>
          <a:lstStyle/>
          <a:p>
            <a:r>
              <a:rPr lang="zh-CN" altLang="en-US"/>
              <a:t>单击此处编辑母版标题样式</a:t>
            </a:r>
          </a:p>
        </p:txBody>
      </p:sp>
      <p:sp>
        <p:nvSpPr>
          <p:cNvPr id="3" name="文本占位符 2"/>
          <p:cNvSpPr>
            <a:spLocks noGrp="1"/>
          </p:cNvSpPr>
          <p:nvPr>
            <p:ph type="body" idx="1"/>
          </p:nvPr>
        </p:nvSpPr>
        <p:spPr>
          <a:xfrm>
            <a:off x="2085750" y="10493372"/>
            <a:ext cx="12808221" cy="5142081"/>
          </a:xfrm>
        </p:spPr>
        <p:txBody>
          <a:bodyPr anchor="b"/>
          <a:lstStyle>
            <a:lvl1pPr marL="0" indent="0">
              <a:buNone/>
              <a:defRPr sz="2975" b="1"/>
            </a:lvl1pPr>
            <a:lvl2pPr marL="561975" indent="0">
              <a:buNone/>
              <a:defRPr sz="2570" b="1"/>
            </a:lvl2pPr>
            <a:lvl3pPr marL="1125220" indent="0">
              <a:buNone/>
              <a:defRPr sz="2305" b="1"/>
            </a:lvl3pPr>
            <a:lvl4pPr marL="1687195" indent="0">
              <a:buNone/>
              <a:defRPr sz="1890" b="1"/>
            </a:lvl4pPr>
            <a:lvl5pPr marL="2249170" indent="0">
              <a:buNone/>
              <a:defRPr sz="1890" b="1"/>
            </a:lvl5pPr>
            <a:lvl6pPr marL="2812415" indent="0">
              <a:buNone/>
              <a:defRPr sz="1890" b="1"/>
            </a:lvl6pPr>
            <a:lvl7pPr marL="3374390" indent="0">
              <a:buNone/>
              <a:defRPr sz="1890" b="1"/>
            </a:lvl7pPr>
            <a:lvl8pPr marL="3936365" indent="0">
              <a:buNone/>
              <a:defRPr sz="1890" b="1"/>
            </a:lvl8pPr>
            <a:lvl9pPr marL="4499610" indent="0">
              <a:buNone/>
              <a:defRPr sz="1890" b="1"/>
            </a:lvl9pPr>
          </a:lstStyle>
          <a:p>
            <a:pPr lvl="0"/>
            <a:r>
              <a:rPr lang="zh-CN" altLang="en-US"/>
              <a:t>单击此处编辑母版文本样式</a:t>
            </a:r>
          </a:p>
        </p:txBody>
      </p:sp>
      <p:sp>
        <p:nvSpPr>
          <p:cNvPr id="4" name="内容占位符 3"/>
          <p:cNvSpPr>
            <a:spLocks noGrp="1"/>
          </p:cNvSpPr>
          <p:nvPr>
            <p:ph sz="half" idx="2"/>
          </p:nvPr>
        </p:nvSpPr>
        <p:spPr>
          <a:xfrm>
            <a:off x="2085750" y="15635449"/>
            <a:ext cx="12808221" cy="229970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15327143" y="10493372"/>
            <a:ext cx="12872012" cy="5142081"/>
          </a:xfrm>
        </p:spPr>
        <p:txBody>
          <a:bodyPr anchor="b"/>
          <a:lstStyle>
            <a:lvl1pPr marL="0" indent="0">
              <a:buNone/>
              <a:defRPr sz="2975" b="1"/>
            </a:lvl1pPr>
            <a:lvl2pPr marL="561975" indent="0">
              <a:buNone/>
              <a:defRPr sz="2570" b="1"/>
            </a:lvl2pPr>
            <a:lvl3pPr marL="1125220" indent="0">
              <a:buNone/>
              <a:defRPr sz="2305" b="1"/>
            </a:lvl3pPr>
            <a:lvl4pPr marL="1687195" indent="0">
              <a:buNone/>
              <a:defRPr sz="1890" b="1"/>
            </a:lvl4pPr>
            <a:lvl5pPr marL="2249170" indent="0">
              <a:buNone/>
              <a:defRPr sz="1890" b="1"/>
            </a:lvl5pPr>
            <a:lvl6pPr marL="2812415" indent="0">
              <a:buNone/>
              <a:defRPr sz="1890" b="1"/>
            </a:lvl6pPr>
            <a:lvl7pPr marL="3374390" indent="0">
              <a:buNone/>
              <a:defRPr sz="1890" b="1"/>
            </a:lvl7pPr>
            <a:lvl8pPr marL="3936365" indent="0">
              <a:buNone/>
              <a:defRPr sz="1890" b="1"/>
            </a:lvl8pPr>
            <a:lvl9pPr marL="4499610" indent="0">
              <a:buNone/>
              <a:defRPr sz="1890" b="1"/>
            </a:lvl9pPr>
          </a:lstStyle>
          <a:p>
            <a:pPr lvl="0"/>
            <a:r>
              <a:rPr lang="zh-CN" altLang="en-US"/>
              <a:t>单击此处编辑母版文本样式</a:t>
            </a:r>
          </a:p>
        </p:txBody>
      </p:sp>
      <p:sp>
        <p:nvSpPr>
          <p:cNvPr id="6" name="内容占位符 5"/>
          <p:cNvSpPr>
            <a:spLocks noGrp="1"/>
          </p:cNvSpPr>
          <p:nvPr>
            <p:ph sz="quarter" idx="4"/>
          </p:nvPr>
        </p:nvSpPr>
        <p:spPr>
          <a:xfrm>
            <a:off x="15327143" y="15635449"/>
            <a:ext cx="12872012" cy="2299700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2085756" y="2853391"/>
            <a:ext cx="9764155" cy="9988440"/>
          </a:xfrm>
        </p:spPr>
        <p:txBody>
          <a:bodyPr anchor="b"/>
          <a:lstStyle>
            <a:lvl1pPr>
              <a:defRPr sz="3920"/>
            </a:lvl1pPr>
          </a:lstStyle>
          <a:p>
            <a:r>
              <a:rPr lang="zh-CN" altLang="en-US"/>
              <a:t>单击此处编辑母版标题样式</a:t>
            </a:r>
          </a:p>
        </p:txBody>
      </p:sp>
      <p:sp>
        <p:nvSpPr>
          <p:cNvPr id="3" name="内容占位符 2"/>
          <p:cNvSpPr>
            <a:spLocks noGrp="1"/>
          </p:cNvSpPr>
          <p:nvPr>
            <p:ph idx="1"/>
          </p:nvPr>
        </p:nvSpPr>
        <p:spPr>
          <a:xfrm>
            <a:off x="12870529" y="6162952"/>
            <a:ext cx="15328628" cy="30418337"/>
          </a:xfrm>
        </p:spPr>
        <p:txBody>
          <a:bodyPr/>
          <a:lstStyle>
            <a:lvl1pPr>
              <a:defRPr sz="3920"/>
            </a:lvl1pPr>
            <a:lvl2pPr>
              <a:defRPr sz="3385"/>
            </a:lvl2pPr>
            <a:lvl3pPr>
              <a:defRPr sz="2975"/>
            </a:lvl3pPr>
            <a:lvl4pPr>
              <a:defRPr sz="2570"/>
            </a:lvl4pPr>
            <a:lvl5pPr>
              <a:defRPr sz="2570"/>
            </a:lvl5pPr>
            <a:lvl6pPr>
              <a:defRPr sz="2570"/>
            </a:lvl6pPr>
            <a:lvl7pPr>
              <a:defRPr sz="2570"/>
            </a:lvl7pPr>
            <a:lvl8pPr>
              <a:defRPr sz="2570"/>
            </a:lvl8pPr>
            <a:lvl9pPr>
              <a:defRPr sz="257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2085756" y="12841835"/>
            <a:ext cx="9764155" cy="23789788"/>
          </a:xfrm>
        </p:spPr>
        <p:txBody>
          <a:bodyPr/>
          <a:lstStyle>
            <a:lvl1pPr marL="0" indent="0">
              <a:buNone/>
              <a:defRPr sz="1890"/>
            </a:lvl1pPr>
            <a:lvl2pPr marL="561975" indent="0">
              <a:buNone/>
              <a:defRPr sz="1755"/>
            </a:lvl2pPr>
            <a:lvl3pPr marL="1125220" indent="0">
              <a:buNone/>
              <a:defRPr sz="1480"/>
            </a:lvl3pPr>
            <a:lvl4pPr marL="1687195" indent="0">
              <a:buNone/>
              <a:defRPr sz="1215"/>
            </a:lvl4pPr>
            <a:lvl5pPr marL="2249170" indent="0">
              <a:buNone/>
              <a:defRPr sz="1215"/>
            </a:lvl5pPr>
            <a:lvl6pPr marL="2812415" indent="0">
              <a:buNone/>
              <a:defRPr sz="1215"/>
            </a:lvl6pPr>
            <a:lvl7pPr marL="3374390" indent="0">
              <a:buNone/>
              <a:defRPr sz="1215"/>
            </a:lvl7pPr>
            <a:lvl8pPr marL="3936365" indent="0">
              <a:buNone/>
              <a:defRPr sz="1215"/>
            </a:lvl8pPr>
            <a:lvl9pPr marL="4499610" indent="0">
              <a:buNone/>
              <a:defRPr sz="1215"/>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085756" y="2853391"/>
            <a:ext cx="9764155" cy="9988440"/>
          </a:xfrm>
        </p:spPr>
        <p:txBody>
          <a:bodyPr anchor="b"/>
          <a:lstStyle>
            <a:lvl1pPr>
              <a:defRPr sz="3920"/>
            </a:lvl1pPr>
          </a:lstStyle>
          <a:p>
            <a:r>
              <a:rPr lang="zh-CN" altLang="en-US"/>
              <a:t>单击此处编辑母版标题样式</a:t>
            </a:r>
          </a:p>
        </p:txBody>
      </p:sp>
      <p:sp>
        <p:nvSpPr>
          <p:cNvPr id="3" name="图片占位符 2"/>
          <p:cNvSpPr>
            <a:spLocks noGrp="1"/>
          </p:cNvSpPr>
          <p:nvPr>
            <p:ph type="pic" idx="1"/>
          </p:nvPr>
        </p:nvSpPr>
        <p:spPr>
          <a:xfrm>
            <a:off x="12870529" y="6162952"/>
            <a:ext cx="15328628" cy="30418337"/>
          </a:xfrm>
        </p:spPr>
        <p:txBody>
          <a:bodyPr vert="horz" wrap="square" lIns="393061" tIns="196530" rIns="393061" bIns="196530" numCol="1" anchor="t" anchorCtr="0" compatLnSpc="1"/>
          <a:lstStyle>
            <a:lvl1pPr marL="0" indent="0">
              <a:buNone/>
              <a:defRPr sz="3920"/>
            </a:lvl1pPr>
            <a:lvl2pPr marL="561975" indent="0">
              <a:buNone/>
              <a:defRPr sz="3385"/>
            </a:lvl2pPr>
            <a:lvl3pPr marL="1125220" indent="0">
              <a:buNone/>
              <a:defRPr sz="2975"/>
            </a:lvl3pPr>
            <a:lvl4pPr marL="1687195" indent="0">
              <a:buNone/>
              <a:defRPr sz="2570"/>
            </a:lvl4pPr>
            <a:lvl5pPr marL="2249170" indent="0">
              <a:buNone/>
              <a:defRPr sz="2570"/>
            </a:lvl5pPr>
            <a:lvl6pPr marL="2812415" indent="0">
              <a:buNone/>
              <a:defRPr sz="2570"/>
            </a:lvl6pPr>
            <a:lvl7pPr marL="3374390" indent="0">
              <a:buNone/>
              <a:defRPr sz="2570"/>
            </a:lvl7pPr>
            <a:lvl8pPr marL="3936365" indent="0">
              <a:buNone/>
              <a:defRPr sz="2570"/>
            </a:lvl8pPr>
            <a:lvl9pPr marL="4499610" indent="0">
              <a:buNone/>
              <a:defRPr sz="2570"/>
            </a:lvl9pPr>
          </a:lstStyle>
          <a:p>
            <a:pPr marL="0" marR="0" lvl="0" indent="0" algn="l" defTabSz="3929380" rtl="0" eaLnBrk="0" fontAlgn="base" latinLnBrk="0" hangingPunct="0">
              <a:lnSpc>
                <a:spcPct val="100000"/>
              </a:lnSpc>
              <a:spcBef>
                <a:spcPct val="20000"/>
              </a:spcBef>
              <a:spcAft>
                <a:spcPct val="0"/>
              </a:spcAft>
              <a:buClrTx/>
              <a:buSzTx/>
              <a:buFontTx/>
              <a:buNone/>
              <a:defRPr/>
            </a:pPr>
            <a:endParaRPr kumimoji="0" lang="zh-CN" altLang="en-US" sz="29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085756" y="12841835"/>
            <a:ext cx="9764155" cy="23789788"/>
          </a:xfrm>
        </p:spPr>
        <p:txBody>
          <a:bodyPr/>
          <a:lstStyle>
            <a:lvl1pPr marL="0" indent="0">
              <a:buNone/>
              <a:defRPr sz="1890"/>
            </a:lvl1pPr>
            <a:lvl2pPr marL="561975" indent="0">
              <a:buNone/>
              <a:defRPr sz="1755"/>
            </a:lvl2pPr>
            <a:lvl3pPr marL="1125220" indent="0">
              <a:buNone/>
              <a:defRPr sz="1480"/>
            </a:lvl3pPr>
            <a:lvl4pPr marL="1687195" indent="0">
              <a:buNone/>
              <a:defRPr sz="1215"/>
            </a:lvl4pPr>
            <a:lvl5pPr marL="2249170" indent="0">
              <a:buNone/>
              <a:defRPr sz="1215"/>
            </a:lvl5pPr>
            <a:lvl6pPr marL="2812415" indent="0">
              <a:buNone/>
              <a:defRPr sz="1215"/>
            </a:lvl6pPr>
            <a:lvl7pPr marL="3374390" indent="0">
              <a:buNone/>
              <a:defRPr sz="1215"/>
            </a:lvl7pPr>
            <a:lvl8pPr marL="3936365" indent="0">
              <a:buNone/>
              <a:defRPr sz="1215"/>
            </a:lvl8pPr>
            <a:lvl9pPr marL="4499610" indent="0">
              <a:buNone/>
              <a:defRPr sz="1215"/>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21950805" y="1716133"/>
            <a:ext cx="6812065" cy="3652150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513138" y="1716133"/>
            <a:ext cx="20295262" cy="3652150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1027" name="Rectangle 2"/>
          <p:cNvSpPr>
            <a:spLocks noGrp="1"/>
          </p:cNvSpPr>
          <p:nvPr>
            <p:ph type="title"/>
          </p:nvPr>
        </p:nvSpPr>
        <p:spPr>
          <a:xfrm>
            <a:off x="1512513" y="1716097"/>
            <a:ext cx="27250976" cy="7134000"/>
          </a:xfrm>
          <a:prstGeom prst="rect">
            <a:avLst/>
          </a:prstGeom>
          <a:noFill/>
          <a:ln w="9525">
            <a:noFill/>
          </a:ln>
        </p:spPr>
        <p:txBody>
          <a:bodyPr lIns="393061" tIns="196530" rIns="393061" bIns="196530" anchor="ctr" anchorCtr="0"/>
          <a:lstStyle/>
          <a:p>
            <a:pPr lvl="0"/>
            <a:r>
              <a:rPr lang="zh-CN" altLang="zh-CN" dirty="0"/>
              <a:t>单击此处编辑母版标题样式</a:t>
            </a:r>
          </a:p>
        </p:txBody>
      </p:sp>
      <p:sp>
        <p:nvSpPr>
          <p:cNvPr id="1028" name="Rectangle 3"/>
          <p:cNvSpPr>
            <a:spLocks noGrp="1"/>
          </p:cNvSpPr>
          <p:nvPr>
            <p:ph type="body" idx="1"/>
          </p:nvPr>
        </p:nvSpPr>
        <p:spPr>
          <a:xfrm>
            <a:off x="1512513" y="9987870"/>
            <a:ext cx="27250976" cy="28250209"/>
          </a:xfrm>
          <a:prstGeom prst="rect">
            <a:avLst/>
          </a:prstGeom>
          <a:noFill/>
          <a:ln w="9525">
            <a:noFill/>
          </a:ln>
        </p:spPr>
        <p:txBody>
          <a:bodyPr lIns="393061" tIns="196530" rIns="393061" bIns="196530"/>
          <a:lstStyle/>
          <a:p>
            <a:pPr lvl="0"/>
            <a:r>
              <a:rPr lang="zh-CN" altLang="zh-CN" dirty="0"/>
              <a:t>单击此处编辑母版文本样式</a:t>
            </a:r>
          </a:p>
          <a:p>
            <a:pPr lvl="1"/>
            <a:r>
              <a:rPr lang="zh-CN" altLang="zh-CN" dirty="0"/>
              <a:t>第二级</a:t>
            </a:r>
          </a:p>
          <a:p>
            <a:pPr lvl="2"/>
            <a:r>
              <a:rPr lang="zh-CN" altLang="zh-CN" dirty="0"/>
              <a:t>第三级</a:t>
            </a:r>
          </a:p>
          <a:p>
            <a:pPr lvl="3"/>
            <a:r>
              <a:rPr lang="zh-CN" altLang="zh-CN" dirty="0"/>
              <a:t>第四级</a:t>
            </a:r>
          </a:p>
          <a:p>
            <a:pPr lvl="4"/>
            <a:r>
              <a:rPr lang="zh-CN" altLang="zh-CN" dirty="0"/>
              <a:t>第五级</a:t>
            </a:r>
          </a:p>
        </p:txBody>
      </p:sp>
      <p:sp>
        <p:nvSpPr>
          <p:cNvPr id="2" name="Rectangle 4"/>
          <p:cNvSpPr>
            <a:spLocks noGrp="1" noChangeArrowheads="1"/>
          </p:cNvSpPr>
          <p:nvPr>
            <p:ph type="dt" sz="half" idx="2"/>
          </p:nvPr>
        </p:nvSpPr>
        <p:spPr bwMode="auto">
          <a:xfrm>
            <a:off x="1512513" y="38982215"/>
            <a:ext cx="7066975" cy="2972500"/>
          </a:xfrm>
          <a:prstGeom prst="rect">
            <a:avLst/>
          </a:prstGeom>
          <a:noFill/>
          <a:ln>
            <a:noFill/>
          </a:ln>
        </p:spPr>
        <p:txBody>
          <a:bodyPr vert="horz" wrap="square" lIns="393061" tIns="196530" rIns="393061" bIns="196530" numCol="1" anchor="t" anchorCtr="0" compatLnSpc="1"/>
          <a:lstStyle>
            <a:lvl1pPr eaLnBrk="1" hangingPunct="1">
              <a:buFont typeface="Arial" panose="020B0604020202020204" pitchFamily="34" charset="0"/>
              <a:buNone/>
              <a:defRPr sz="8245">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576A3A-1EBE-4173-A795-2D0FDDDD978F}" type="datetime1">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2026/5/11</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10345159" y="38982215"/>
            <a:ext cx="9585684" cy="2972500"/>
          </a:xfrm>
          <a:prstGeom prst="rect">
            <a:avLst/>
          </a:prstGeom>
          <a:noFill/>
          <a:ln>
            <a:noFill/>
          </a:ln>
        </p:spPr>
        <p:txBody>
          <a:bodyPr vert="horz" wrap="square" lIns="393061" tIns="196530" rIns="393061" bIns="196530" numCol="1" anchor="t" anchorCtr="0" compatLnSpc="1"/>
          <a:lstStyle>
            <a:lvl1pPr algn="ctr" eaLnBrk="1" hangingPunct="1">
              <a:buFont typeface="Arial" panose="020B0604020202020204" pitchFamily="34" charset="0"/>
              <a:buNone/>
              <a:defRPr sz="8245">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21696514" y="38982215"/>
            <a:ext cx="7066975" cy="2972500"/>
          </a:xfrm>
          <a:prstGeom prst="rect">
            <a:avLst/>
          </a:prstGeom>
          <a:noFill/>
          <a:ln>
            <a:noFill/>
          </a:ln>
        </p:spPr>
        <p:txBody>
          <a:bodyPr vert="horz" wrap="square" lIns="393061" tIns="196530" rIns="393061" bIns="196530" numCol="1" anchor="t" anchorCtr="0" compatLnSpc="1"/>
          <a:lstStyle>
            <a:lvl1pPr algn="r" eaLnBrk="1" hangingPunct="1">
              <a:buFont typeface="Arial" panose="020B0604020202020204" pitchFamily="34" charset="0"/>
              <a:buNone/>
              <a:defRPr sz="8245"/>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C42354E-C934-4E98-A3D6-78422948EC2A}" type="slidenum">
              <a:rPr kumimoji="0" lang="zh-CN" altLang="en-US"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61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5310505" rtl="0" eaLnBrk="0" fontAlgn="base" hangingPunct="0">
        <a:spcBef>
          <a:spcPct val="0"/>
        </a:spcBef>
        <a:spcAft>
          <a:spcPct val="0"/>
        </a:spcAft>
        <a:defRPr sz="25405" kern="1200">
          <a:solidFill>
            <a:schemeClr val="tx2"/>
          </a:solidFill>
          <a:latin typeface="+mj-lt"/>
          <a:ea typeface="+mj-ea"/>
          <a:cs typeface="+mj-cs"/>
        </a:defRPr>
      </a:lvl1pPr>
      <a:lvl2pPr algn="ctr" defTabSz="3929380" rtl="0" eaLnBrk="0" fontAlgn="base" hangingPunct="0">
        <a:spcBef>
          <a:spcPct val="0"/>
        </a:spcBef>
        <a:spcAft>
          <a:spcPct val="0"/>
        </a:spcAft>
        <a:defRPr sz="18800">
          <a:solidFill>
            <a:schemeClr val="tx2"/>
          </a:solidFill>
          <a:latin typeface="Arial" panose="020B0604020202020204" pitchFamily="34" charset="0"/>
          <a:ea typeface="宋体" panose="02010600030101010101" pitchFamily="2" charset="-122"/>
        </a:defRPr>
      </a:lvl2pPr>
      <a:lvl3pPr algn="ctr" defTabSz="3929380" rtl="0" eaLnBrk="0" fontAlgn="base" hangingPunct="0">
        <a:spcBef>
          <a:spcPct val="0"/>
        </a:spcBef>
        <a:spcAft>
          <a:spcPct val="0"/>
        </a:spcAft>
        <a:defRPr sz="18800">
          <a:solidFill>
            <a:schemeClr val="tx2"/>
          </a:solidFill>
          <a:latin typeface="Arial" panose="020B0604020202020204" pitchFamily="34" charset="0"/>
          <a:ea typeface="宋体" panose="02010600030101010101" pitchFamily="2" charset="-122"/>
        </a:defRPr>
      </a:lvl3pPr>
      <a:lvl4pPr algn="ctr" defTabSz="3929380" rtl="0" eaLnBrk="0" fontAlgn="base" hangingPunct="0">
        <a:spcBef>
          <a:spcPct val="0"/>
        </a:spcBef>
        <a:spcAft>
          <a:spcPct val="0"/>
        </a:spcAft>
        <a:defRPr sz="18800">
          <a:solidFill>
            <a:schemeClr val="tx2"/>
          </a:solidFill>
          <a:latin typeface="Arial" panose="020B0604020202020204" pitchFamily="34" charset="0"/>
          <a:ea typeface="宋体" panose="02010600030101010101" pitchFamily="2" charset="-122"/>
        </a:defRPr>
      </a:lvl4pPr>
      <a:lvl5pPr algn="ctr" defTabSz="3929380" rtl="0" eaLnBrk="0" fontAlgn="base" hangingPunct="0">
        <a:spcBef>
          <a:spcPct val="0"/>
        </a:spcBef>
        <a:spcAft>
          <a:spcPct val="0"/>
        </a:spcAft>
        <a:defRPr sz="18800">
          <a:solidFill>
            <a:schemeClr val="tx2"/>
          </a:solidFill>
          <a:latin typeface="Arial" panose="020B0604020202020204" pitchFamily="34" charset="0"/>
          <a:ea typeface="宋体" panose="02010600030101010101" pitchFamily="2" charset="-122"/>
        </a:defRPr>
      </a:lvl5pPr>
      <a:lvl6pPr marL="415925" algn="ctr" defTabSz="3931285" rtl="0" fontAlgn="base">
        <a:spcBef>
          <a:spcPct val="0"/>
        </a:spcBef>
        <a:spcAft>
          <a:spcPct val="0"/>
        </a:spcAft>
        <a:defRPr sz="18810">
          <a:solidFill>
            <a:schemeClr val="tx2"/>
          </a:solidFill>
          <a:latin typeface="Arial" panose="020B0604020202020204" pitchFamily="34" charset="0"/>
          <a:ea typeface="宋体" panose="02010600030101010101" pitchFamily="2" charset="-122"/>
        </a:defRPr>
      </a:lvl6pPr>
      <a:lvl7pPr marL="832485" algn="ctr" defTabSz="3931285" rtl="0" fontAlgn="base">
        <a:spcBef>
          <a:spcPct val="0"/>
        </a:spcBef>
        <a:spcAft>
          <a:spcPct val="0"/>
        </a:spcAft>
        <a:defRPr sz="18810">
          <a:solidFill>
            <a:schemeClr val="tx2"/>
          </a:solidFill>
          <a:latin typeface="Arial" panose="020B0604020202020204" pitchFamily="34" charset="0"/>
          <a:ea typeface="宋体" panose="02010600030101010101" pitchFamily="2" charset="-122"/>
        </a:defRPr>
      </a:lvl7pPr>
      <a:lvl8pPr marL="1248410" algn="ctr" defTabSz="3931285" rtl="0" fontAlgn="base">
        <a:spcBef>
          <a:spcPct val="0"/>
        </a:spcBef>
        <a:spcAft>
          <a:spcPct val="0"/>
        </a:spcAft>
        <a:defRPr sz="18810">
          <a:solidFill>
            <a:schemeClr val="tx2"/>
          </a:solidFill>
          <a:latin typeface="Arial" panose="020B0604020202020204" pitchFamily="34" charset="0"/>
          <a:ea typeface="宋体" panose="02010600030101010101" pitchFamily="2" charset="-122"/>
        </a:defRPr>
      </a:lvl8pPr>
      <a:lvl9pPr marL="1664335" algn="ctr" defTabSz="3931285" rtl="0" fontAlgn="base">
        <a:spcBef>
          <a:spcPct val="0"/>
        </a:spcBef>
        <a:spcAft>
          <a:spcPct val="0"/>
        </a:spcAft>
        <a:defRPr sz="18810">
          <a:solidFill>
            <a:schemeClr val="tx2"/>
          </a:solidFill>
          <a:latin typeface="Arial" panose="020B0604020202020204" pitchFamily="34" charset="0"/>
          <a:ea typeface="宋体" panose="02010600030101010101" pitchFamily="2" charset="-122"/>
        </a:defRPr>
      </a:lvl9pPr>
    </p:titleStyle>
    <p:bodyStyle>
      <a:lvl1pPr marL="1990725" indent="-1990725" algn="l" defTabSz="5310505" rtl="0" eaLnBrk="0" fontAlgn="base" hangingPunct="0">
        <a:spcBef>
          <a:spcPct val="27000"/>
        </a:spcBef>
        <a:spcAft>
          <a:spcPct val="0"/>
        </a:spcAft>
        <a:buChar char="•"/>
        <a:defRPr sz="18515" kern="1200">
          <a:solidFill>
            <a:schemeClr val="tx1"/>
          </a:solidFill>
          <a:latin typeface="+mn-lt"/>
          <a:ea typeface="+mn-ea"/>
          <a:cs typeface="+mn-cs"/>
        </a:defRPr>
      </a:lvl1pPr>
      <a:lvl2pPr marL="4314825" indent="-1658620" algn="l" defTabSz="5310505" rtl="0" eaLnBrk="0" fontAlgn="base" hangingPunct="0">
        <a:spcBef>
          <a:spcPct val="27000"/>
        </a:spcBef>
        <a:spcAft>
          <a:spcPct val="0"/>
        </a:spcAft>
        <a:buChar char="–"/>
        <a:defRPr sz="16215" kern="1200">
          <a:solidFill>
            <a:schemeClr val="tx1"/>
          </a:solidFill>
          <a:latin typeface="+mn-lt"/>
          <a:ea typeface="+mn-ea"/>
          <a:cs typeface="+mn-cs"/>
        </a:defRPr>
      </a:lvl2pPr>
      <a:lvl3pPr marL="6640195" indent="-1328420" algn="l" defTabSz="5310505" rtl="0" eaLnBrk="0" fontAlgn="base" hangingPunct="0">
        <a:spcBef>
          <a:spcPct val="27000"/>
        </a:spcBef>
        <a:spcAft>
          <a:spcPct val="0"/>
        </a:spcAft>
        <a:buChar char="•"/>
        <a:defRPr sz="13920" kern="1200">
          <a:solidFill>
            <a:schemeClr val="tx1"/>
          </a:solidFill>
          <a:latin typeface="+mn-lt"/>
          <a:ea typeface="+mn-ea"/>
          <a:cs typeface="+mn-cs"/>
        </a:defRPr>
      </a:lvl3pPr>
      <a:lvl4pPr marL="9296400" indent="-1325880" algn="l" defTabSz="5310505" rtl="0" eaLnBrk="0" fontAlgn="base" hangingPunct="0">
        <a:spcBef>
          <a:spcPct val="27000"/>
        </a:spcBef>
        <a:spcAft>
          <a:spcPct val="0"/>
        </a:spcAft>
        <a:buChar char="–"/>
        <a:defRPr sz="11620" kern="1200">
          <a:solidFill>
            <a:schemeClr val="tx1"/>
          </a:solidFill>
          <a:latin typeface="+mn-lt"/>
          <a:ea typeface="+mn-ea"/>
          <a:cs typeface="+mn-cs"/>
        </a:defRPr>
      </a:lvl4pPr>
      <a:lvl5pPr marL="11954510" indent="-1328420" algn="l" defTabSz="5310505" rtl="0" eaLnBrk="0" fontAlgn="base" hangingPunct="0">
        <a:spcBef>
          <a:spcPct val="27000"/>
        </a:spcBef>
        <a:spcAft>
          <a:spcPct val="0"/>
        </a:spcAft>
        <a:buChar char="»"/>
        <a:defRPr sz="11620" kern="1200">
          <a:solidFill>
            <a:schemeClr val="tx1"/>
          </a:solidFill>
          <a:latin typeface="+mn-lt"/>
          <a:ea typeface="+mn-ea"/>
          <a:cs typeface="+mn-cs"/>
        </a:defRPr>
      </a:lvl5pPr>
      <a:lvl6pPr marL="3093085" indent="-281305" algn="l" defTabSz="1125220" rtl="0" eaLnBrk="1" latinLnBrk="0" hangingPunct="1">
        <a:lnSpc>
          <a:spcPct val="90000"/>
        </a:lnSpc>
        <a:spcBef>
          <a:spcPct val="125000"/>
        </a:spcBef>
        <a:buFont typeface="Arial" panose="020B0604020202020204" pitchFamily="34" charset="0"/>
        <a:buChar char="•"/>
        <a:defRPr sz="2305" kern="1200">
          <a:solidFill>
            <a:schemeClr val="tx1"/>
          </a:solidFill>
          <a:latin typeface="+mn-lt"/>
          <a:ea typeface="+mn-ea"/>
          <a:cs typeface="+mn-cs"/>
        </a:defRPr>
      </a:lvl6pPr>
      <a:lvl7pPr marL="3655695" indent="-281305" algn="l" defTabSz="1125220" rtl="0" eaLnBrk="1" latinLnBrk="0" hangingPunct="1">
        <a:lnSpc>
          <a:spcPct val="90000"/>
        </a:lnSpc>
        <a:spcBef>
          <a:spcPct val="125000"/>
        </a:spcBef>
        <a:buFont typeface="Arial" panose="020B0604020202020204" pitchFamily="34" charset="0"/>
        <a:buChar char="•"/>
        <a:defRPr sz="2305" kern="1200">
          <a:solidFill>
            <a:schemeClr val="tx1"/>
          </a:solidFill>
          <a:latin typeface="+mn-lt"/>
          <a:ea typeface="+mn-ea"/>
          <a:cs typeface="+mn-cs"/>
        </a:defRPr>
      </a:lvl7pPr>
      <a:lvl8pPr marL="4217670" indent="-281305" algn="l" defTabSz="1125220" rtl="0" eaLnBrk="1" latinLnBrk="0" hangingPunct="1">
        <a:lnSpc>
          <a:spcPct val="90000"/>
        </a:lnSpc>
        <a:spcBef>
          <a:spcPct val="125000"/>
        </a:spcBef>
        <a:buFont typeface="Arial" panose="020B0604020202020204" pitchFamily="34" charset="0"/>
        <a:buChar char="•"/>
        <a:defRPr sz="2305" kern="1200">
          <a:solidFill>
            <a:schemeClr val="tx1"/>
          </a:solidFill>
          <a:latin typeface="+mn-lt"/>
          <a:ea typeface="+mn-ea"/>
          <a:cs typeface="+mn-cs"/>
        </a:defRPr>
      </a:lvl8pPr>
      <a:lvl9pPr marL="4780280" indent="-281305" algn="l" defTabSz="1125220" rtl="0" eaLnBrk="1" latinLnBrk="0" hangingPunct="1">
        <a:lnSpc>
          <a:spcPct val="90000"/>
        </a:lnSpc>
        <a:spcBef>
          <a:spcPct val="125000"/>
        </a:spcBef>
        <a:buFont typeface="Arial" panose="020B0604020202020204" pitchFamily="34" charset="0"/>
        <a:buChar char="•"/>
        <a:defRPr sz="2305" kern="1200">
          <a:solidFill>
            <a:schemeClr val="tx1"/>
          </a:solidFill>
          <a:latin typeface="+mn-lt"/>
          <a:ea typeface="+mn-ea"/>
          <a:cs typeface="+mn-cs"/>
        </a:defRPr>
      </a:lvl9pPr>
    </p:bodyStyle>
    <p:otherStyle>
      <a:defPPr>
        <a:defRPr lang="zh-CN"/>
      </a:defPPr>
      <a:lvl1pPr marL="0" algn="l" defTabSz="1125220" rtl="0" eaLnBrk="1" latinLnBrk="0" hangingPunct="1">
        <a:defRPr sz="2305" kern="1200">
          <a:solidFill>
            <a:schemeClr val="tx1"/>
          </a:solidFill>
          <a:latin typeface="+mn-lt"/>
          <a:ea typeface="+mn-ea"/>
          <a:cs typeface="+mn-cs"/>
        </a:defRPr>
      </a:lvl1pPr>
      <a:lvl2pPr marL="561975" algn="l" defTabSz="1125220" rtl="0" eaLnBrk="1" latinLnBrk="0" hangingPunct="1">
        <a:defRPr sz="2305" kern="1200">
          <a:solidFill>
            <a:schemeClr val="tx1"/>
          </a:solidFill>
          <a:latin typeface="+mn-lt"/>
          <a:ea typeface="+mn-ea"/>
          <a:cs typeface="+mn-cs"/>
        </a:defRPr>
      </a:lvl2pPr>
      <a:lvl3pPr marL="1125220" algn="l" defTabSz="1125220" rtl="0" eaLnBrk="1" latinLnBrk="0" hangingPunct="1">
        <a:defRPr sz="2305" kern="1200">
          <a:solidFill>
            <a:schemeClr val="tx1"/>
          </a:solidFill>
          <a:latin typeface="+mn-lt"/>
          <a:ea typeface="+mn-ea"/>
          <a:cs typeface="+mn-cs"/>
        </a:defRPr>
      </a:lvl3pPr>
      <a:lvl4pPr marL="1687195" algn="l" defTabSz="1125220" rtl="0" eaLnBrk="1" latinLnBrk="0" hangingPunct="1">
        <a:defRPr sz="2305" kern="1200">
          <a:solidFill>
            <a:schemeClr val="tx1"/>
          </a:solidFill>
          <a:latin typeface="+mn-lt"/>
          <a:ea typeface="+mn-ea"/>
          <a:cs typeface="+mn-cs"/>
        </a:defRPr>
      </a:lvl4pPr>
      <a:lvl5pPr marL="2249170" algn="l" defTabSz="1125220" rtl="0" eaLnBrk="1" latinLnBrk="0" hangingPunct="1">
        <a:defRPr sz="2305" kern="1200">
          <a:solidFill>
            <a:schemeClr val="tx1"/>
          </a:solidFill>
          <a:latin typeface="+mn-lt"/>
          <a:ea typeface="+mn-ea"/>
          <a:cs typeface="+mn-cs"/>
        </a:defRPr>
      </a:lvl5pPr>
      <a:lvl6pPr marL="2812415" algn="l" defTabSz="1125220" rtl="0" eaLnBrk="1" latinLnBrk="0" hangingPunct="1">
        <a:defRPr sz="2305" kern="1200">
          <a:solidFill>
            <a:schemeClr val="tx1"/>
          </a:solidFill>
          <a:latin typeface="+mn-lt"/>
          <a:ea typeface="+mn-ea"/>
          <a:cs typeface="+mn-cs"/>
        </a:defRPr>
      </a:lvl6pPr>
      <a:lvl7pPr marL="3374390" algn="l" defTabSz="1125220" rtl="0" eaLnBrk="1" latinLnBrk="0" hangingPunct="1">
        <a:defRPr sz="2305" kern="1200">
          <a:solidFill>
            <a:schemeClr val="tx1"/>
          </a:solidFill>
          <a:latin typeface="+mn-lt"/>
          <a:ea typeface="+mn-ea"/>
          <a:cs typeface="+mn-cs"/>
        </a:defRPr>
      </a:lvl7pPr>
      <a:lvl8pPr marL="3936365" algn="l" defTabSz="1125220" rtl="0" eaLnBrk="1" latinLnBrk="0" hangingPunct="1">
        <a:defRPr sz="2305" kern="1200">
          <a:solidFill>
            <a:schemeClr val="tx1"/>
          </a:solidFill>
          <a:latin typeface="+mn-lt"/>
          <a:ea typeface="+mn-ea"/>
          <a:cs typeface="+mn-cs"/>
        </a:defRPr>
      </a:lvl8pPr>
      <a:lvl9pPr marL="4499610" algn="l" defTabSz="1125220" rtl="0" eaLnBrk="1" latinLnBrk="0" hangingPunct="1">
        <a:defRPr sz="23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6" name="文本框 15"/>
          <p:cNvSpPr txBox="1"/>
          <p:nvPr/>
        </p:nvSpPr>
        <p:spPr>
          <a:xfrm>
            <a:off x="15754588" y="7974648"/>
            <a:ext cx="13470414" cy="1071448"/>
          </a:xfrm>
          <a:prstGeom prst="rect">
            <a:avLst/>
          </a:prstGeom>
          <a:solidFill>
            <a:srgbClr val="176B87"/>
          </a:solidFill>
        </p:spPr>
        <p:style>
          <a:lnRef idx="2">
            <a:schemeClr val="accent2">
              <a:shade val="50000"/>
            </a:schemeClr>
          </a:lnRef>
          <a:fillRef idx="1">
            <a:schemeClr val="accent2"/>
          </a:fillRef>
          <a:effectRef idx="0">
            <a:schemeClr val="accent2"/>
          </a:effectRef>
          <a:fontRef idx="minor">
            <a:schemeClr val="lt1"/>
          </a:fontRef>
        </p:style>
        <p:txBody>
          <a:bodyPr wrap="square" rtlCol="0">
            <a:noAutofit/>
          </a:bodyPr>
          <a:lstStyle/>
          <a:p>
            <a:pPr algn="ctr"/>
            <a:r>
              <a:rPr lang="zh-CN" altLang="en-US" sz="6540" noProof="0" dirty="0">
                <a:ln>
                  <a:noFill/>
                </a:ln>
                <a:solidFill>
                  <a:schemeClr val="lt1"/>
                </a:solidFill>
                <a:effectLst/>
                <a:uLnTx/>
                <a:uFillTx/>
                <a:latin typeface="Times New Roman" panose="02020603050405020304" charset="0"/>
                <a:ea typeface="Times New Roman" panose="02020603050405020304" charset="0"/>
                <a:cs typeface="Times New Roman" panose="02020603050405020304" charset="0"/>
              </a:rPr>
              <a:t>Result</a:t>
            </a:r>
            <a:r>
              <a:rPr lang="en-US" altLang="zh-CN" sz="6540" noProof="0" dirty="0">
                <a:ln>
                  <a:noFill/>
                </a:ln>
                <a:solidFill>
                  <a:schemeClr val="lt1"/>
                </a:solidFill>
                <a:effectLst/>
                <a:uLnTx/>
                <a:uFillTx/>
                <a:latin typeface="Times New Roman" panose="02020603050405020304" charset="0"/>
                <a:ea typeface="Times New Roman" panose="02020603050405020304" charset="0"/>
                <a:cs typeface="Times New Roman" panose="02020603050405020304" charset="0"/>
              </a:rPr>
              <a:t>s</a:t>
            </a:r>
            <a:endParaRPr lang="zh-CN" altLang="en-US" dirty="0">
              <a:latin typeface="Times New Roman" panose="02020603050405020304" charset="0"/>
              <a:ea typeface="Times New Roman" panose="02020603050405020304" charset="0"/>
              <a:cs typeface="Times New Roman" panose="02020603050405020304" charset="0"/>
            </a:endParaRPr>
          </a:p>
        </p:txBody>
      </p:sp>
      <p:sp>
        <p:nvSpPr>
          <p:cNvPr id="32" name="文本框 31"/>
          <p:cNvSpPr txBox="1"/>
          <p:nvPr/>
        </p:nvSpPr>
        <p:spPr>
          <a:xfrm>
            <a:off x="15754984" y="27431871"/>
            <a:ext cx="13470255" cy="1071448"/>
          </a:xfrm>
          <a:prstGeom prst="rect">
            <a:avLst/>
          </a:prstGeom>
          <a:solidFill>
            <a:srgbClr val="176B87"/>
          </a:solidFill>
        </p:spPr>
        <p:style>
          <a:lnRef idx="2">
            <a:schemeClr val="accent2">
              <a:shade val="50000"/>
            </a:schemeClr>
          </a:lnRef>
          <a:fillRef idx="1">
            <a:schemeClr val="accent2"/>
          </a:fillRef>
          <a:effectRef idx="0">
            <a:schemeClr val="accent2"/>
          </a:effectRef>
          <a:fontRef idx="minor">
            <a:schemeClr val="lt1"/>
          </a:fontRef>
        </p:style>
        <p:txBody>
          <a:bodyPr wrap="square" rtlCol="0">
            <a:noAutofit/>
          </a:bodyPr>
          <a:lstStyle/>
          <a:p>
            <a:pPr algn="ctr"/>
            <a:r>
              <a:rPr lang="fr-FR" altLang="zh-CN" sz="6540" noProof="0" dirty="0">
                <a:ln>
                  <a:noFill/>
                </a:ln>
                <a:solidFill>
                  <a:schemeClr val="lt1"/>
                </a:solidFill>
                <a:effectLst/>
                <a:uLnTx/>
                <a:uFillTx/>
                <a:latin typeface="Times New Roman" panose="02020603050405020304" charset="0"/>
                <a:ea typeface="Times New Roman" panose="02020603050405020304" charset="0"/>
                <a:cs typeface="Times New Roman" panose="02020603050405020304" charset="0"/>
              </a:rPr>
              <a:t>Conclusion</a:t>
            </a:r>
            <a:endParaRPr lang="zh-CN" altLang="en-US" dirty="0">
              <a:latin typeface="Times New Roman" panose="02020603050405020304" charset="0"/>
              <a:ea typeface="Times New Roman" panose="02020603050405020304" charset="0"/>
              <a:cs typeface="Times New Roman" panose="02020603050405020304" charset="0"/>
            </a:endParaRPr>
          </a:p>
        </p:txBody>
      </p:sp>
      <p:sp>
        <p:nvSpPr>
          <p:cNvPr id="33" name="文本框 32"/>
          <p:cNvSpPr txBox="1"/>
          <p:nvPr userDrawn="1"/>
        </p:nvSpPr>
        <p:spPr>
          <a:xfrm>
            <a:off x="1143000" y="9712960"/>
            <a:ext cx="12777376" cy="9198528"/>
          </a:xfrm>
          <a:prstGeom prst="rect">
            <a:avLst/>
          </a:prstGeom>
        </p:spPr>
        <p:txBody>
          <a:bodyPr wrap="square" rtlCol="0">
            <a:noAutofit/>
          </a:bodyPr>
          <a:lstStyle/>
          <a:p>
            <a:pPr marL="571500" indent="-571500">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rPr>
              <a:t>The RISC-V Sail Model can generate an executable simulator from a formal specification, and it has already been used in </a:t>
            </a:r>
            <a:r>
              <a:rPr lang="en-US" altLang="zh-CN" sz="3735" dirty="0" err="1">
                <a:latin typeface="Times New Roman" panose="02020603050405020304" charset="0"/>
                <a:ea typeface="Times New Roman" panose="02020603050405020304" charset="0"/>
                <a:cs typeface="Times New Roman" panose="02020603050405020304" charset="0"/>
              </a:rPr>
              <a:t>riscv</a:t>
            </a:r>
            <a:r>
              <a:rPr lang="en-US" altLang="zh-CN" sz="3735" dirty="0">
                <a:latin typeface="Times New Roman" panose="02020603050405020304" charset="0"/>
                <a:ea typeface="Times New Roman" panose="02020603050405020304" charset="0"/>
                <a:cs typeface="Times New Roman" panose="02020603050405020304" charset="0"/>
              </a:rPr>
              <a:t>-arch-test. This work wants to introduce the Sail model into broader verification workflows.</a:t>
            </a:r>
          </a:p>
          <a:p>
            <a:endParaRPr lang="en-US" altLang="zh-CN" sz="3735" dirty="0">
              <a:latin typeface="Times New Roman" panose="02020603050405020304" charset="0"/>
              <a:ea typeface="Times New Roman" panose="02020603050405020304" charset="0"/>
              <a:cs typeface="Times New Roman" panose="02020603050405020304" charset="0"/>
            </a:endParaRPr>
          </a:p>
          <a:p>
            <a:pPr marL="571500" indent="-571500">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rPr>
              <a:t>The goal is to keep the model’s semantic accuracy while making integration simple enough for real engineering use. We also want the solution to work with existing test frameworks rather than replacing the whole environment.</a:t>
            </a:r>
          </a:p>
          <a:p>
            <a:endParaRPr lang="zh-CN" altLang="en-US" sz="3735" dirty="0">
              <a:latin typeface="Times New Roman" panose="02020603050405020304" charset="0"/>
              <a:ea typeface="Times New Roman" panose="02020603050405020304" charset="0"/>
              <a:cs typeface="Times New Roman" panose="02020603050405020304" charset="0"/>
            </a:endParaRPr>
          </a:p>
        </p:txBody>
      </p:sp>
      <p:sp>
        <p:nvSpPr>
          <p:cNvPr id="76" name="文本框 75"/>
          <p:cNvSpPr txBox="1"/>
          <p:nvPr userDrawn="1"/>
        </p:nvSpPr>
        <p:spPr>
          <a:xfrm>
            <a:off x="15754985" y="9712960"/>
            <a:ext cx="13470255" cy="10534469"/>
          </a:xfrm>
          <a:prstGeom prst="rect">
            <a:avLst/>
          </a:prstGeom>
        </p:spPr>
        <p:txBody>
          <a:bodyPr wrap="square" rtlCol="0">
            <a:noAutofit/>
          </a:bodyPr>
          <a:lstStyle/>
          <a:p>
            <a:pPr marL="571500" indent="-571500" algn="l">
              <a:lnSpc>
                <a:spcPct val="110000"/>
              </a:lnSpc>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rPr>
              <a:t>The integration process became significantly easier after moving to the </a:t>
            </a:r>
            <a:r>
              <a:rPr lang="en-US" altLang="zh-CN" sz="3735" dirty="0" err="1">
                <a:latin typeface="Times New Roman" panose="02020603050405020304" charset="0"/>
                <a:ea typeface="Times New Roman" panose="02020603050405020304" charset="0"/>
                <a:cs typeface="Times New Roman" panose="02020603050405020304" charset="0"/>
              </a:rPr>
              <a:t>pydrofoil</a:t>
            </a:r>
            <a:r>
              <a:rPr lang="en-US" altLang="zh-CN" sz="3735" dirty="0">
                <a:latin typeface="Times New Roman" panose="02020603050405020304" charset="0"/>
                <a:ea typeface="Times New Roman" panose="02020603050405020304" charset="0"/>
                <a:cs typeface="Times New Roman" panose="02020603050405020304" charset="0"/>
              </a:rPr>
              <a:t> based path. The core implementation required only about 800 lines of python code. Most of this code was not about instruction stepping itself; instead, it focused on practical alignment work, especially </a:t>
            </a:r>
            <a:r>
              <a:rPr lang="en-US" altLang="zh-CN" sz="3735" dirty="0" err="1">
                <a:latin typeface="Times New Roman" panose="02020603050405020304" charset="0"/>
                <a:ea typeface="Times New Roman" panose="02020603050405020304" charset="0"/>
                <a:cs typeface="Times New Roman" panose="02020603050405020304" charset="0"/>
              </a:rPr>
              <a:t>csr</a:t>
            </a:r>
            <a:r>
              <a:rPr lang="en-US" altLang="zh-CN" sz="3735" dirty="0">
                <a:latin typeface="Times New Roman" panose="02020603050405020304" charset="0"/>
                <a:ea typeface="Times New Roman" panose="02020603050405020304" charset="0"/>
                <a:cs typeface="Times New Roman" panose="02020603050405020304" charset="0"/>
              </a:rPr>
              <a:t> encoding definitions and register-name mapping between sail model and </a:t>
            </a:r>
            <a:r>
              <a:rPr lang="en-US" altLang="zh-CN" sz="3735" dirty="0" err="1">
                <a:latin typeface="Times New Roman" panose="02020603050405020304" charset="0"/>
                <a:ea typeface="Times New Roman" panose="02020603050405020304" charset="0"/>
                <a:cs typeface="Times New Roman" panose="02020603050405020304" charset="0"/>
              </a:rPr>
              <a:t>xiangshan</a:t>
            </a:r>
            <a:r>
              <a:rPr lang="en-US" altLang="zh-CN" sz="3735" dirty="0">
                <a:latin typeface="Times New Roman" panose="02020603050405020304" charset="0"/>
                <a:ea typeface="Times New Roman" panose="02020603050405020304" charset="0"/>
                <a:cs typeface="Times New Roman" panose="02020603050405020304" charset="0"/>
              </a:rPr>
              <a:t>. We also added handling for special state elements such as </a:t>
            </a:r>
            <a:r>
              <a:rPr lang="en-US" altLang="zh-CN" sz="3735" dirty="0" err="1">
                <a:latin typeface="Times New Roman" panose="02020603050405020304" charset="0"/>
                <a:ea typeface="Times New Roman" panose="02020603050405020304" charset="0"/>
                <a:cs typeface="Times New Roman" panose="02020603050405020304" charset="0"/>
              </a:rPr>
              <a:t>nextpc</a:t>
            </a:r>
            <a:r>
              <a:rPr lang="en-US" altLang="zh-CN" sz="3735" dirty="0">
                <a:latin typeface="Times New Roman" panose="02020603050405020304" charset="0"/>
                <a:ea typeface="Times New Roman" panose="02020603050405020304" charset="0"/>
                <a:cs typeface="Times New Roman" panose="02020603050405020304" charset="0"/>
              </a:rPr>
              <a:t>.</a:t>
            </a:r>
          </a:p>
          <a:p>
            <a:pPr algn="l">
              <a:lnSpc>
                <a:spcPct val="110000"/>
              </a:lnSpc>
            </a:pPr>
            <a:endParaRPr lang="en-US" altLang="zh-CN" sz="3735" dirty="0">
              <a:latin typeface="Times New Roman" panose="02020603050405020304" charset="0"/>
              <a:ea typeface="Times New Roman" panose="02020603050405020304" charset="0"/>
              <a:cs typeface="Times New Roman" panose="02020603050405020304" charset="0"/>
            </a:endParaRPr>
          </a:p>
          <a:p>
            <a:pPr marL="571500" indent="-571500" algn="l">
              <a:lnSpc>
                <a:spcPct val="110000"/>
              </a:lnSpc>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rPr>
              <a:t>From an engineering perspective, this result supports the original motivation. The adapter remained lightweight, the existing </a:t>
            </a:r>
            <a:r>
              <a:rPr lang="en-US" altLang="zh-CN" sz="3735" dirty="0" err="1">
                <a:latin typeface="Times New Roman" panose="02020603050405020304" charset="0"/>
                <a:ea typeface="Times New Roman" panose="02020603050405020304" charset="0"/>
                <a:cs typeface="Times New Roman" panose="02020603050405020304" charset="0"/>
              </a:rPr>
              <a:t>difftest</a:t>
            </a:r>
            <a:r>
              <a:rPr lang="en-US" altLang="zh-CN" sz="3735" dirty="0">
                <a:latin typeface="Times New Roman" panose="02020603050405020304" charset="0"/>
                <a:ea typeface="Times New Roman" panose="02020603050405020304" charset="0"/>
                <a:cs typeface="Times New Roman" panose="02020603050405020304" charset="0"/>
              </a:rPr>
              <a:t> workflow could still be used, and the Sail model could be introduced as a formal-semantic reference without a heavy rewrite of the verification infrastructure. In other words, the method achieved a usable tradeoff among correctness, performance, and implementation effort.</a:t>
            </a:r>
          </a:p>
          <a:p>
            <a:pPr algn="l">
              <a:lnSpc>
                <a:spcPct val="110000"/>
              </a:lnSpc>
            </a:pPr>
            <a:endParaRPr lang="en-US" altLang="zh-CN" sz="3735" dirty="0">
              <a:latin typeface="Times New Roman" panose="02020603050405020304" charset="0"/>
              <a:ea typeface="Times New Roman" panose="02020603050405020304" charset="0"/>
              <a:cs typeface="Times New Roman" panose="02020603050405020304" charset="0"/>
            </a:endParaRPr>
          </a:p>
          <a:p>
            <a:pPr marL="571500" indent="-571500" algn="l">
              <a:lnSpc>
                <a:spcPct val="110000"/>
              </a:lnSpc>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rPr>
              <a:t>Meanwhile, our experiments also revealed some obvious limitations. Although the Sail model is highly configurable, it currently does not support RVA23. We cannot easily disable certain RVA23 features for Xiangshan, which leads to state consistency issues. After attempting to disable the H extension, we encountered state problems related to PMP, finally stopped when the instruction count reached 894,352.</a:t>
            </a:r>
          </a:p>
        </p:txBody>
      </p:sp>
      <p:sp>
        <p:nvSpPr>
          <p:cNvPr id="4" name="矩形 3"/>
          <p:cNvSpPr/>
          <p:nvPr userDrawn="1"/>
        </p:nvSpPr>
        <p:spPr>
          <a:xfrm>
            <a:off x="-36354" y="0"/>
            <a:ext cx="30275530" cy="7307908"/>
          </a:xfrm>
          <a:prstGeom prst="rect">
            <a:avLst/>
          </a:prstGeom>
          <a:solidFill>
            <a:srgbClr val="176B87"/>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4400" b="1" i="0" u="none" strike="noStrike" cap="none" normalizeH="0" baseline="0">
              <a:ln>
                <a:noFill/>
              </a:ln>
              <a:solidFill>
                <a:schemeClr val="bg1"/>
              </a:solidFill>
              <a:effectLst/>
              <a:highlight>
                <a:srgbClr val="000000"/>
              </a:highlight>
              <a:latin typeface="Times New Roman" panose="02020603050405020304" charset="0"/>
              <a:ea typeface="Times New Roman" panose="02020603050405020304" charset="0"/>
              <a:cs typeface="Times New Roman" panose="02020603050405020304" charset="0"/>
            </a:endParaRPr>
          </a:p>
        </p:txBody>
      </p:sp>
      <p:sp>
        <p:nvSpPr>
          <p:cNvPr id="7" name="文本框 6"/>
          <p:cNvSpPr txBox="1"/>
          <p:nvPr userDrawn="1"/>
        </p:nvSpPr>
        <p:spPr>
          <a:xfrm>
            <a:off x="1147762" y="16885169"/>
            <a:ext cx="13162281" cy="12799245"/>
          </a:xfrm>
          <a:prstGeom prst="rect">
            <a:avLst/>
          </a:prstGeom>
        </p:spPr>
        <p:txBody>
          <a:bodyPr wrap="square" rtlCol="0">
            <a:noAutofit/>
          </a:bodyPr>
          <a:lstStyle/>
          <a:p>
            <a:pPr marL="571500" indent="-571500">
              <a:lnSpc>
                <a:spcPct val="110000"/>
              </a:lnSpc>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rPr>
              <a:t>To achieve this, our methodology is based on </a:t>
            </a:r>
            <a:r>
              <a:rPr lang="en-US" altLang="zh-CN" sz="3735" dirty="0" err="1">
                <a:latin typeface="Times New Roman" panose="02020603050405020304" charset="0"/>
                <a:ea typeface="Times New Roman" panose="02020603050405020304" charset="0"/>
                <a:cs typeface="Times New Roman" panose="02020603050405020304" charset="0"/>
              </a:rPr>
              <a:t>pydrofoil</a:t>
            </a:r>
            <a:r>
              <a:rPr lang="en-US" altLang="zh-CN" sz="3735" dirty="0">
                <a:latin typeface="Times New Roman" panose="02020603050405020304" charset="0"/>
                <a:ea typeface="Times New Roman" panose="02020603050405020304" charset="0"/>
                <a:cs typeface="Times New Roman" panose="02020603050405020304" charset="0"/>
              </a:rPr>
              <a:t>, which can be seen as a high-performance execution path for sail-based models and also provide python </a:t>
            </a:r>
            <a:r>
              <a:rPr lang="en-US" altLang="zh-CN" sz="3735" dirty="0" err="1">
                <a:latin typeface="Times New Roman" panose="02020603050405020304" charset="0"/>
                <a:ea typeface="Times New Roman" panose="02020603050405020304" charset="0"/>
                <a:cs typeface="Times New Roman" panose="02020603050405020304" charset="0"/>
              </a:rPr>
              <a:t>api</a:t>
            </a:r>
            <a:r>
              <a:rPr lang="en-US" altLang="zh-CN" sz="3735" dirty="0">
                <a:latin typeface="Times New Roman" panose="02020603050405020304" charset="0"/>
                <a:ea typeface="Times New Roman" panose="02020603050405020304" charset="0"/>
                <a:cs typeface="Times New Roman" panose="02020603050405020304" charset="0"/>
              </a:rPr>
              <a:t>. The basic idea is simple: keep the Sail semantic core as the correctness foundation, and use </a:t>
            </a:r>
            <a:r>
              <a:rPr lang="en-US" altLang="zh-CN" sz="3735" dirty="0" err="1">
                <a:latin typeface="Times New Roman" panose="02020603050405020304" charset="0"/>
                <a:ea typeface="Times New Roman" panose="02020603050405020304" charset="0"/>
                <a:cs typeface="Times New Roman" panose="02020603050405020304" charset="0"/>
              </a:rPr>
              <a:t>Pydrofoil</a:t>
            </a:r>
            <a:r>
              <a:rPr lang="en-US" altLang="zh-CN" sz="3735" dirty="0">
                <a:latin typeface="Times New Roman" panose="02020603050405020304" charset="0"/>
                <a:ea typeface="Times New Roman" panose="02020603050405020304" charset="0"/>
                <a:cs typeface="Times New Roman" panose="02020603050405020304" charset="0"/>
              </a:rPr>
              <a:t> to make the integration simply and high-performance. </a:t>
            </a:r>
          </a:p>
          <a:p>
            <a:pPr>
              <a:lnSpc>
                <a:spcPct val="110000"/>
              </a:lnSpc>
            </a:pPr>
            <a:endParaRPr lang="en-US" altLang="zh-CN" sz="3735" dirty="0">
              <a:latin typeface="Times New Roman" panose="02020603050405020304" charset="0"/>
              <a:ea typeface="Times New Roman" panose="02020603050405020304" charset="0"/>
              <a:cs typeface="Times New Roman" panose="02020603050405020304" charset="0"/>
            </a:endParaRPr>
          </a:p>
          <a:p>
            <a:pPr marL="571500" indent="-571500">
              <a:lnSpc>
                <a:spcPct val="110000"/>
              </a:lnSpc>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rPr>
              <a:t>On the integration side, we implement the adapter layer in python with much less boilerplate than a full C++ or rust wrapper. At the same time, the Python code can be compiled through </a:t>
            </a:r>
            <a:r>
              <a:rPr lang="en-US" altLang="zh-CN" sz="3735" dirty="0" err="1">
                <a:latin typeface="Times New Roman" panose="02020603050405020304" charset="0"/>
                <a:ea typeface="Times New Roman" panose="02020603050405020304" charset="0"/>
                <a:cs typeface="Times New Roman" panose="02020603050405020304" charset="0"/>
              </a:rPr>
              <a:t>pypy</a:t>
            </a:r>
            <a:r>
              <a:rPr lang="en-US" altLang="zh-CN" sz="3735" dirty="0">
                <a:latin typeface="Times New Roman" panose="02020603050405020304" charset="0"/>
                <a:ea typeface="Times New Roman" panose="02020603050405020304" charset="0"/>
                <a:cs typeface="Times New Roman" panose="02020603050405020304" charset="0"/>
              </a:rPr>
              <a:t> </a:t>
            </a:r>
            <a:r>
              <a:rPr lang="en-US" altLang="zh-CN" sz="3735" dirty="0" err="1">
                <a:latin typeface="Times New Roman" panose="02020603050405020304" charset="0"/>
                <a:ea typeface="Times New Roman" panose="02020603050405020304" charset="0"/>
                <a:cs typeface="Times New Roman" panose="02020603050405020304" charset="0"/>
              </a:rPr>
              <a:t>cffi</a:t>
            </a:r>
            <a:r>
              <a:rPr lang="en-US" altLang="zh-CN" sz="3735" dirty="0">
                <a:latin typeface="Times New Roman" panose="02020603050405020304" charset="0"/>
                <a:ea typeface="Times New Roman" panose="02020603050405020304" charset="0"/>
                <a:cs typeface="Times New Roman" panose="02020603050405020304" charset="0"/>
              </a:rPr>
              <a:t> into native C-level artifacts, so this engineering convenience does not necessarily come with large runtime overhead. </a:t>
            </a:r>
          </a:p>
          <a:p>
            <a:pPr>
              <a:lnSpc>
                <a:spcPct val="110000"/>
              </a:lnSpc>
            </a:pPr>
            <a:endParaRPr lang="en-US" altLang="zh-CN" sz="3735" dirty="0">
              <a:latin typeface="Times New Roman" panose="02020603050405020304" charset="0"/>
              <a:ea typeface="Times New Roman" panose="02020603050405020304" charset="0"/>
              <a:cs typeface="Times New Roman" panose="02020603050405020304" charset="0"/>
            </a:endParaRPr>
          </a:p>
          <a:p>
            <a:pPr marL="571500" indent="-571500">
              <a:lnSpc>
                <a:spcPct val="110000"/>
              </a:lnSpc>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rPr>
              <a:t>We selected </a:t>
            </a:r>
            <a:r>
              <a:rPr lang="en-US" altLang="zh-CN" sz="3735" dirty="0" err="1">
                <a:latin typeface="Times New Roman" panose="02020603050405020304" charset="0"/>
                <a:ea typeface="Times New Roman" panose="02020603050405020304" charset="0"/>
                <a:cs typeface="Times New Roman" panose="02020603050405020304" charset="0"/>
              </a:rPr>
              <a:t>xiangshan</a:t>
            </a:r>
            <a:r>
              <a:rPr lang="en-US" altLang="zh-CN" sz="3735" dirty="0">
                <a:latin typeface="Times New Roman" panose="02020603050405020304" charset="0"/>
                <a:ea typeface="Times New Roman" panose="02020603050405020304" charset="0"/>
                <a:cs typeface="Times New Roman" panose="02020603050405020304" charset="0"/>
              </a:rPr>
              <a:t> as the target processor project. Xiangshan is an open-source high-performance RISC-V implementation written in Chisel, and its codebase includes a </a:t>
            </a:r>
            <a:r>
              <a:rPr lang="en-US" altLang="zh-CN" sz="3735" dirty="0" err="1">
                <a:latin typeface="Times New Roman" panose="02020603050405020304" charset="0"/>
                <a:ea typeface="Times New Roman" panose="02020603050405020304" charset="0"/>
                <a:cs typeface="Times New Roman" panose="02020603050405020304" charset="0"/>
              </a:rPr>
              <a:t>difftest</a:t>
            </a:r>
            <a:r>
              <a:rPr lang="en-US" altLang="zh-CN" sz="3735" dirty="0">
                <a:latin typeface="Times New Roman" panose="02020603050405020304" charset="0"/>
                <a:ea typeface="Times New Roman" panose="02020603050405020304" charset="0"/>
                <a:cs typeface="Times New Roman" panose="02020603050405020304" charset="0"/>
              </a:rPr>
              <a:t> framework that traditionally uses NEMU as the reference model. Our goal is to replace NEMU with a sail-based dynamic library while preserving the existing </a:t>
            </a:r>
            <a:r>
              <a:rPr lang="en-US" altLang="zh-CN" sz="3735" dirty="0" err="1">
                <a:latin typeface="Times New Roman" panose="02020603050405020304" charset="0"/>
                <a:ea typeface="Times New Roman" panose="02020603050405020304" charset="0"/>
                <a:cs typeface="Times New Roman" panose="02020603050405020304" charset="0"/>
              </a:rPr>
              <a:t>difftest</a:t>
            </a:r>
            <a:r>
              <a:rPr lang="en-US" altLang="zh-CN" sz="3735" dirty="0">
                <a:latin typeface="Times New Roman" panose="02020603050405020304" charset="0"/>
                <a:ea typeface="Times New Roman" panose="02020603050405020304" charset="0"/>
                <a:cs typeface="Times New Roman" panose="02020603050405020304" charset="0"/>
              </a:rPr>
              <a:t> workflow as much as possible.</a:t>
            </a:r>
          </a:p>
        </p:txBody>
      </p:sp>
      <p:sp>
        <p:nvSpPr>
          <p:cNvPr id="28" name="文本框 27"/>
          <p:cNvSpPr txBox="1"/>
          <p:nvPr/>
        </p:nvSpPr>
        <p:spPr>
          <a:xfrm>
            <a:off x="1143000" y="15165026"/>
            <a:ext cx="13275945" cy="1071448"/>
          </a:xfrm>
          <a:prstGeom prst="rect">
            <a:avLst/>
          </a:prstGeom>
          <a:solidFill>
            <a:srgbClr val="176B87"/>
          </a:solidFill>
        </p:spPr>
        <p:style>
          <a:lnRef idx="2">
            <a:schemeClr val="accent2">
              <a:shade val="50000"/>
            </a:schemeClr>
          </a:lnRef>
          <a:fillRef idx="1">
            <a:schemeClr val="accent2"/>
          </a:fillRef>
          <a:effectRef idx="0">
            <a:schemeClr val="accent2"/>
          </a:effectRef>
          <a:fontRef idx="minor">
            <a:schemeClr val="lt1"/>
          </a:fontRef>
        </p:style>
        <p:txBody>
          <a:bodyPr wrap="square" rtlCol="0">
            <a:noAutofit/>
          </a:bodyPr>
          <a:lstStyle/>
          <a:p>
            <a:pPr algn="ctr"/>
            <a:r>
              <a:rPr lang="zh-CN" altLang="en-US" sz="6540" noProof="0" dirty="0">
                <a:ln>
                  <a:noFill/>
                </a:ln>
                <a:solidFill>
                  <a:schemeClr val="lt1"/>
                </a:solidFill>
                <a:uLnTx/>
                <a:uFillTx/>
                <a:latin typeface="Times New Roman" panose="02020603050405020304" charset="0"/>
                <a:ea typeface="Times New Roman" panose="02020603050405020304" charset="0"/>
                <a:cs typeface="Times New Roman" panose="02020603050405020304" charset="0"/>
              </a:rPr>
              <a:t>Method</a:t>
            </a:r>
            <a:endParaRPr lang="zh-CN" altLang="en-US" dirty="0">
              <a:latin typeface="Times New Roman" panose="02020603050405020304" charset="0"/>
              <a:ea typeface="Times New Roman" panose="02020603050405020304" charset="0"/>
              <a:cs typeface="Times New Roman" panose="02020603050405020304" charset="0"/>
            </a:endParaRPr>
          </a:p>
        </p:txBody>
      </p:sp>
      <p:sp>
        <p:nvSpPr>
          <p:cNvPr id="30" name="文本框 29"/>
          <p:cNvSpPr txBox="1"/>
          <p:nvPr userDrawn="1"/>
        </p:nvSpPr>
        <p:spPr>
          <a:xfrm>
            <a:off x="1743070" y="734590"/>
            <a:ext cx="23395396" cy="3135747"/>
          </a:xfrm>
          <a:prstGeom prst="rect">
            <a:avLst/>
          </a:prstGeom>
        </p:spPr>
        <p:txBody>
          <a:bodyPr wrap="square" rtlCol="0">
            <a:noAutofit/>
          </a:bodyPr>
          <a:lstStyle/>
          <a:p>
            <a:r>
              <a:rPr lang="en-US" altLang="zh-CN" sz="9600" b="1">
                <a:solidFill>
                  <a:schemeClr val="bg1"/>
                </a:solidFill>
                <a:latin typeface="Times New Roman" panose="02020603050405020304" charset="0"/>
                <a:ea typeface="Times New Roman" panose="02020603050405020304" charset="0"/>
                <a:cs typeface="Times New Roman" panose="02020603050405020304" charset="0"/>
              </a:rPr>
              <a:t>An Efficient Approach to Apply the RISC-V Sail Model to Chip Verification</a:t>
            </a:r>
            <a:endParaRPr lang="en-US" altLang="zh-CN">
              <a:solidFill>
                <a:schemeClr val="bg1"/>
              </a:solidFill>
              <a:latin typeface="Times New Roman" panose="02020603050405020304" charset="0"/>
              <a:ea typeface="Times New Roman" panose="02020603050405020304" charset="0"/>
              <a:cs typeface="Times New Roman" panose="02020603050405020304" charset="0"/>
            </a:endParaRPr>
          </a:p>
        </p:txBody>
      </p:sp>
      <p:sp>
        <p:nvSpPr>
          <p:cNvPr id="35" name="文本框 34"/>
          <p:cNvSpPr txBox="1"/>
          <p:nvPr userDrawn="1"/>
        </p:nvSpPr>
        <p:spPr>
          <a:xfrm>
            <a:off x="1743070" y="3870451"/>
            <a:ext cx="28532143" cy="2901563"/>
          </a:xfrm>
          <a:prstGeom prst="rect">
            <a:avLst/>
          </a:prstGeom>
        </p:spPr>
        <p:txBody>
          <a:bodyPr wrap="square" rtlCol="0">
            <a:noAutofit/>
          </a:bodyPr>
          <a:lstStyle/>
          <a:p>
            <a:pPr>
              <a:lnSpc>
                <a:spcPct val="150000"/>
              </a:lnSpc>
            </a:pPr>
            <a:r>
              <a:rPr lang="en-US" altLang="zh-CN" sz="6000" dirty="0" err="1">
                <a:solidFill>
                  <a:schemeClr val="bg1"/>
                </a:solidFill>
                <a:latin typeface="Times New Roman" panose="02020603050405020304" charset="0"/>
                <a:ea typeface="Times New Roman" panose="02020603050405020304" charset="0"/>
                <a:cs typeface="Times New Roman" panose="02020603050405020304" charset="0"/>
              </a:rPr>
              <a:t>Yanming</a:t>
            </a:r>
            <a:r>
              <a:rPr lang="en-US" altLang="zh-CN" sz="6000" dirty="0">
                <a:solidFill>
                  <a:schemeClr val="bg1"/>
                </a:solidFill>
                <a:latin typeface="Times New Roman" panose="02020603050405020304" charset="0"/>
                <a:ea typeface="Times New Roman" panose="02020603050405020304" charset="0"/>
                <a:cs typeface="Times New Roman" panose="02020603050405020304" charset="0"/>
              </a:rPr>
              <a:t> Zhu</a:t>
            </a:r>
            <a:r>
              <a:rPr lang="en-US" altLang="zh-CN" sz="6000" baseline="30000" dirty="0">
                <a:solidFill>
                  <a:schemeClr val="bg1"/>
                </a:solidFill>
                <a:latin typeface="Times New Roman" panose="02020603050405020304" charset="0"/>
                <a:ea typeface="Times New Roman" panose="02020603050405020304" charset="0"/>
                <a:cs typeface="Times New Roman" panose="02020603050405020304" charset="0"/>
              </a:rPr>
              <a:t>1</a:t>
            </a:r>
            <a:r>
              <a:rPr lang="en-US" altLang="zh-CN" sz="6000" dirty="0">
                <a:solidFill>
                  <a:schemeClr val="bg1"/>
                </a:solidFill>
                <a:latin typeface="Times New Roman" panose="02020603050405020304" charset="0"/>
                <a:ea typeface="Times New Roman" panose="02020603050405020304" charset="0"/>
                <a:cs typeface="Times New Roman" panose="02020603050405020304" charset="0"/>
              </a:rPr>
              <a:t>, Yunxiang Luo</a:t>
            </a:r>
            <a:r>
              <a:rPr lang="en-US" altLang="en-US" sz="6000" dirty="0">
                <a:solidFill>
                  <a:schemeClr val="bg1"/>
                </a:solidFill>
                <a:latin typeface="Times New Roman" panose="02020603050405020304" charset="0"/>
                <a:ea typeface="Times New Roman" panose="02020603050405020304" charset="0"/>
                <a:cs typeface="Times New Roman" panose="02020603050405020304" charset="0"/>
              </a:rPr>
              <a:t>¹</a:t>
            </a:r>
            <a:endParaRPr lang="en-US" altLang="en-US" sz="6000" baseline="30000" dirty="0">
              <a:solidFill>
                <a:schemeClr val="bg1"/>
              </a:solidFill>
              <a:latin typeface="Times New Roman" panose="02020603050405020304" charset="0"/>
              <a:ea typeface="Times New Roman" panose="02020603050405020304" charset="0"/>
              <a:cs typeface="Times New Roman" panose="02020603050405020304" charset="0"/>
            </a:endParaRPr>
          </a:p>
          <a:p>
            <a:r>
              <a:rPr lang="en-US" altLang="zh-CN" sz="5400" baseline="30000" dirty="0">
                <a:solidFill>
                  <a:schemeClr val="bg1"/>
                </a:solidFill>
                <a:latin typeface="Times New Roman" panose="02020603050405020304" charset="0"/>
                <a:cs typeface="Times New Roman" panose="02020603050405020304" charset="0"/>
              </a:rPr>
              <a:t>1</a:t>
            </a:r>
            <a:r>
              <a:rPr lang="en-US" altLang="zh-CN" sz="5400" dirty="0">
                <a:solidFill>
                  <a:schemeClr val="bg1"/>
                </a:solidFill>
                <a:latin typeface="Times New Roman" panose="02020603050405020304" charset="0"/>
                <a:cs typeface="Times New Roman" panose="02020603050405020304" charset="0"/>
              </a:rPr>
              <a:t>Intelligent Software Research Center, Institute of Software, Chinese Academy of Sciences</a:t>
            </a:r>
            <a:endParaRPr lang="zh-CN" altLang="zh-CN" sz="5400" dirty="0">
              <a:solidFill>
                <a:schemeClr val="bg1"/>
              </a:solidFill>
              <a:latin typeface="Times New Roman" panose="02020603050405020304" charset="0"/>
              <a:cs typeface="Times New Roman" panose="02020603050405020304" charset="0"/>
            </a:endParaRPr>
          </a:p>
          <a:p>
            <a:pPr algn="l"/>
            <a:endParaRPr lang="en-US" altLang="en-US" sz="6000" dirty="0">
              <a:solidFill>
                <a:schemeClr val="bg1"/>
              </a:solidFill>
              <a:latin typeface="Times New Roman" panose="02020603050405020304" charset="0"/>
              <a:ea typeface="Times New Roman" panose="02020603050405020304" charset="0"/>
              <a:cs typeface="Times New Roman" panose="02020603050405020304" charset="0"/>
            </a:endParaRPr>
          </a:p>
        </p:txBody>
      </p:sp>
      <p:sp>
        <p:nvSpPr>
          <p:cNvPr id="88" name="文本框 87"/>
          <p:cNvSpPr txBox="1"/>
          <p:nvPr/>
        </p:nvSpPr>
        <p:spPr>
          <a:xfrm>
            <a:off x="1143000" y="7974762"/>
            <a:ext cx="13275945" cy="1071448"/>
          </a:xfrm>
          <a:prstGeom prst="rect">
            <a:avLst/>
          </a:prstGeom>
          <a:solidFill>
            <a:srgbClr val="176B87"/>
          </a:solidFill>
        </p:spPr>
        <p:style>
          <a:lnRef idx="2">
            <a:schemeClr val="accent2">
              <a:shade val="50000"/>
            </a:schemeClr>
          </a:lnRef>
          <a:fillRef idx="1">
            <a:schemeClr val="accent2"/>
          </a:fillRef>
          <a:effectRef idx="0">
            <a:schemeClr val="accent2"/>
          </a:effectRef>
          <a:fontRef idx="minor">
            <a:schemeClr val="lt1"/>
          </a:fontRef>
        </p:style>
        <p:txBody>
          <a:bodyPr wrap="square" rtlCol="0">
            <a:noAutofit/>
          </a:bodyPr>
          <a:lstStyle/>
          <a:p>
            <a:pPr algn="ctr"/>
            <a:r>
              <a:rPr lang="en-US" altLang="zh-CN" sz="6540" noProof="0" dirty="0">
                <a:ln>
                  <a:noFill/>
                </a:ln>
                <a:effectLst/>
                <a:uLnTx/>
                <a:uFillTx/>
                <a:latin typeface="Times New Roman" panose="02020603050405020304" charset="0"/>
                <a:ea typeface="Times New Roman" panose="02020603050405020304" charset="0"/>
                <a:cs typeface="Times New Roman" panose="02020603050405020304" charset="0"/>
                <a:sym typeface="+mn-ea"/>
              </a:rPr>
              <a:t>Motivation</a:t>
            </a:r>
            <a:endParaRPr kumimoji="0" lang="en-US" altLang="zh-CN" sz="6540" b="0" i="0" u="none" strike="noStrike" kern="1200" cap="none" spc="0" normalizeH="0" baseline="0" noProof="0" dirty="0">
              <a:ln>
                <a:noFill/>
              </a:ln>
              <a:solidFill>
                <a:schemeClr val="tx1"/>
              </a:solidFill>
              <a:effectLst/>
              <a:uLnTx/>
              <a:uFillTx/>
              <a:latin typeface="Times New Roman" panose="02020603050405020304" charset="0"/>
              <a:ea typeface="Times New Roman" panose="02020603050405020304" charset="0"/>
              <a:cs typeface="Times New Roman" panose="02020603050405020304" charset="0"/>
            </a:endParaRPr>
          </a:p>
          <a:p>
            <a:pPr algn="ctr"/>
            <a:endParaRPr lang="zh-CN" altLang="en-US" dirty="0">
              <a:latin typeface="Times New Roman" panose="02020603050405020304" charset="0"/>
              <a:ea typeface="Times New Roman" panose="02020603050405020304" charset="0"/>
              <a:cs typeface="Times New Roman" panose="02020603050405020304" charset="0"/>
            </a:endParaRPr>
          </a:p>
        </p:txBody>
      </p:sp>
      <p:grpSp>
        <p:nvGrpSpPr>
          <p:cNvPr id="205" name="组合 204"/>
          <p:cNvGrpSpPr/>
          <p:nvPr/>
        </p:nvGrpSpPr>
        <p:grpSpPr>
          <a:xfrm>
            <a:off x="5262563" y="30361325"/>
            <a:ext cx="9547860" cy="11464290"/>
            <a:chOff x="30938" y="23733"/>
            <a:chExt cx="15036" cy="18054"/>
          </a:xfrm>
        </p:grpSpPr>
        <p:sp>
          <p:nvSpPr>
            <p:cNvPr id="178" name="L 形 177"/>
            <p:cNvSpPr/>
            <p:nvPr/>
          </p:nvSpPr>
          <p:spPr>
            <a:xfrm>
              <a:off x="31715" y="34134"/>
              <a:ext cx="13421" cy="7047"/>
            </a:xfrm>
            <a:prstGeom prst="corner">
              <a:avLst>
                <a:gd name="adj1" fmla="val 65659"/>
                <a:gd name="adj2" fmla="val 97048"/>
              </a:avLst>
            </a:prstGeom>
            <a:ln>
              <a:headEnd type="none" w="med" len="med"/>
              <a:tailEnd type="none" w="med" len="med"/>
            </a:ln>
          </p:spPr>
          <p:style>
            <a:lnRef idx="0">
              <a:srgbClr val="FFFFFF"/>
            </a:lnRef>
            <a:fillRef idx="2">
              <a:schemeClr val="accent1"/>
            </a:fillRef>
            <a:effectRef idx="0">
              <a:srgbClr val="FFFFFF"/>
            </a:effectRef>
            <a:fontRef idx="minor">
              <a:schemeClr val="dk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85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5" name="圆角矩形 144"/>
            <p:cNvSpPr/>
            <p:nvPr userDrawn="1"/>
          </p:nvSpPr>
          <p:spPr>
            <a:xfrm>
              <a:off x="30938" y="23733"/>
              <a:ext cx="15036" cy="18054"/>
            </a:xfrm>
            <a:prstGeom prst="roundRect">
              <a:avLst>
                <a:gd name="adj" fmla="val 4472"/>
              </a:avLst>
            </a:prstGeom>
            <a:noFill/>
            <a:ln w="38100" cap="flat" cmpd="sng" algn="ctr">
              <a:solidFill>
                <a:srgbClr val="002060">
                  <a:alpha val="100000"/>
                </a:srgbClr>
              </a:solidFill>
              <a:prstDash val="dash"/>
              <a:miter lim="800000"/>
            </a:ln>
          </p:spPr>
          <p:txBody>
            <a:bodyPr vert="horz" wrap="square" lIns="77648" tIns="38824" rIns="77648" bIns="38824" numCol="1" rtlCol="0" anchor="t" anchorCtr="0" compatLnSpc="1">
              <a:noAutofit/>
            </a:bodyPr>
            <a:lstStyle/>
            <a:p>
              <a:pPr marL="0" marR="0" indent="0" algn="ctr" defTabSz="914400" rtl="0" eaLnBrk="1" fontAlgn="base" latinLnBrk="0" hangingPunct="1">
                <a:lnSpc>
                  <a:spcPct val="150000"/>
                </a:lnSpc>
                <a:spcBef>
                  <a:spcPct val="0"/>
                </a:spcBef>
                <a:spcAft>
                  <a:spcPct val="0"/>
                </a:spcAft>
                <a:buClrTx/>
                <a:buSzTx/>
                <a:buFont typeface="Arial" panose="020B0604020202020204" pitchFamily="34" charset="0"/>
                <a:buNone/>
              </a:pPr>
              <a:endParaRPr lang="en-US" altLang="zh-CN" sz="2715">
                <a:ln>
                  <a:noFill/>
                </a:ln>
                <a:solidFill>
                  <a:srgbClr val="426877"/>
                </a:solidFill>
                <a:effectLst/>
                <a:latin typeface="Fira Code SemiBold" charset="0"/>
                <a:ea typeface="Fira Code SemiBold" charset="0"/>
                <a:cs typeface="Fira Code SemiBold" charset="0"/>
              </a:endParaRPr>
            </a:p>
          </p:txBody>
        </p:sp>
        <p:sp>
          <p:nvSpPr>
            <p:cNvPr id="153" name="文本框 152"/>
            <p:cNvSpPr txBox="1"/>
            <p:nvPr/>
          </p:nvSpPr>
          <p:spPr>
            <a:xfrm>
              <a:off x="34125" y="24128"/>
              <a:ext cx="9163" cy="822"/>
            </a:xfrm>
            <a:prstGeom prst="rect">
              <a:avLst/>
            </a:prstGeom>
            <a:noFill/>
          </p:spPr>
          <p:txBody>
            <a:bodyPr wrap="square" rtlCol="0">
              <a:spAutoFit/>
            </a:bodyPr>
            <a:lstStyle/>
            <a:p>
              <a:r>
                <a:rPr lang="en-US" altLang="zh-CN" sz="2800">
                  <a:latin typeface="Fira Code SemiBold" charset="0"/>
                  <a:cs typeface="Fira Code SemiBold" charset="0"/>
                </a:rPr>
                <a:t>target cpu implementation</a:t>
              </a:r>
            </a:p>
          </p:txBody>
        </p:sp>
        <p:sp>
          <p:nvSpPr>
            <p:cNvPr id="154" name="圆角矩形 153"/>
            <p:cNvSpPr/>
            <p:nvPr userDrawn="1"/>
          </p:nvSpPr>
          <p:spPr>
            <a:xfrm>
              <a:off x="32407" y="37041"/>
              <a:ext cx="5520" cy="1583"/>
            </a:xfrm>
            <a:prstGeom prst="roundRect">
              <a:avLst/>
            </a:prstGeom>
            <a:solidFill>
              <a:schemeClr val="accent6">
                <a:lumMod val="40000"/>
                <a:lumOff val="60000"/>
              </a:schemeClr>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gpr[32]</a:t>
              </a:r>
            </a:p>
          </p:txBody>
        </p:sp>
        <p:sp>
          <p:nvSpPr>
            <p:cNvPr id="155" name="圆角矩形 154"/>
            <p:cNvSpPr/>
            <p:nvPr userDrawn="1"/>
          </p:nvSpPr>
          <p:spPr>
            <a:xfrm>
              <a:off x="39105" y="37041"/>
              <a:ext cx="5462" cy="1583"/>
            </a:xfrm>
            <a:prstGeom prst="roundRect">
              <a:avLst/>
            </a:prstGeom>
            <a:solidFill>
              <a:schemeClr val="accent6">
                <a:lumMod val="40000"/>
                <a:lumOff val="60000"/>
              </a:schemeClr>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fpr[32]</a:t>
              </a:r>
            </a:p>
          </p:txBody>
        </p:sp>
        <p:sp>
          <p:nvSpPr>
            <p:cNvPr id="156" name="圆角矩形 155"/>
            <p:cNvSpPr/>
            <p:nvPr userDrawn="1"/>
          </p:nvSpPr>
          <p:spPr>
            <a:xfrm>
              <a:off x="32429" y="39295"/>
              <a:ext cx="5525" cy="1426"/>
            </a:xfrm>
            <a:prstGeom prst="roundRect">
              <a:avLst/>
            </a:prstGeom>
            <a:solidFill>
              <a:schemeClr val="accent6">
                <a:lumMod val="40000"/>
                <a:lumOff val="60000"/>
              </a:schemeClr>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vr[32]</a:t>
              </a:r>
            </a:p>
          </p:txBody>
        </p:sp>
        <p:sp>
          <p:nvSpPr>
            <p:cNvPr id="157" name="圆角矩形 156"/>
            <p:cNvSpPr/>
            <p:nvPr userDrawn="1"/>
          </p:nvSpPr>
          <p:spPr>
            <a:xfrm>
              <a:off x="39105" y="39338"/>
              <a:ext cx="5458" cy="1383"/>
            </a:xfrm>
            <a:prstGeom prst="roundRect">
              <a:avLst/>
            </a:prstGeom>
            <a:solidFill>
              <a:schemeClr val="accent6">
                <a:lumMod val="40000"/>
                <a:lumOff val="60000"/>
              </a:schemeClr>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mstatus ...</a:t>
              </a:r>
            </a:p>
          </p:txBody>
        </p:sp>
        <p:sp>
          <p:nvSpPr>
            <p:cNvPr id="149" name="圆角矩形 148"/>
            <p:cNvSpPr/>
            <p:nvPr userDrawn="1"/>
          </p:nvSpPr>
          <p:spPr>
            <a:xfrm>
              <a:off x="31522" y="29782"/>
              <a:ext cx="13646" cy="3295"/>
            </a:xfrm>
            <a:prstGeom prst="roundRect">
              <a:avLst>
                <a:gd name="adj" fmla="val 4472"/>
              </a:avLst>
            </a:prstGeom>
            <a:solidFill>
              <a:schemeClr val="accent3">
                <a:lumMod val="95000"/>
              </a:schemeClr>
            </a:solidFill>
          </p:spPr>
          <p:style>
            <a:lnRef idx="3">
              <a:schemeClr val="accent1"/>
            </a:lnRef>
            <a:fillRef idx="0">
              <a:srgbClr val="FFFFFF"/>
            </a:fillRef>
            <a:effectRef idx="0">
              <a:srgbClr val="FFFFFF"/>
            </a:effectRef>
            <a:fontRef idx="minor">
              <a:schemeClr val="tx1"/>
            </a:fontRef>
          </p:style>
          <p:txBody>
            <a:bodyPr vert="horz" wrap="square" lIns="77648" tIns="38824" rIns="77648" bIns="38824" numCol="1" rtlCol="0" anchor="t" anchorCtr="0" compatLnSpc="1">
              <a:noAutofit/>
            </a:bodyPr>
            <a:lstStyle/>
            <a:p>
              <a:pPr marL="0" marR="0" indent="0" algn="ctr" defTabSz="914400" rtl="0" eaLnBrk="1" fontAlgn="base" latinLnBrk="0" hangingPunct="1">
                <a:lnSpc>
                  <a:spcPct val="150000"/>
                </a:lnSpc>
                <a:spcBef>
                  <a:spcPct val="0"/>
                </a:spcBef>
                <a:spcAft>
                  <a:spcPct val="0"/>
                </a:spcAft>
                <a:buClrTx/>
                <a:buSzTx/>
                <a:buFont typeface="Arial" panose="020B0604020202020204" pitchFamily="34" charset="0"/>
                <a:buNone/>
              </a:pPr>
              <a:r>
                <a:rPr lang="en-US" altLang="zh-CN" sz="2715">
                  <a:ln>
                    <a:noFill/>
                  </a:ln>
                  <a:solidFill>
                    <a:srgbClr val="000000"/>
                  </a:solidFill>
                  <a:effectLst/>
                  <a:latin typeface="Fira Code SemiBold" charset="0"/>
                  <a:ea typeface="Fira Code SemiBold" charset="0"/>
                  <a:cs typeface="Fira Code SemiBold" charset="0"/>
                </a:rPr>
                <a:t>difftest</a:t>
              </a:r>
            </a:p>
          </p:txBody>
        </p:sp>
        <p:sp>
          <p:nvSpPr>
            <p:cNvPr id="158" name="圆角矩形 157"/>
            <p:cNvSpPr/>
            <p:nvPr userDrawn="1"/>
          </p:nvSpPr>
          <p:spPr>
            <a:xfrm>
              <a:off x="32071" y="31301"/>
              <a:ext cx="4096" cy="1245"/>
            </a:xfrm>
            <a:prstGeom prst="roundRect">
              <a:avLst/>
            </a:prstGeom>
            <a:solidFill>
              <a:srgbClr val="ABEBB3"/>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read_csr</a:t>
              </a:r>
            </a:p>
          </p:txBody>
        </p:sp>
        <p:sp>
          <p:nvSpPr>
            <p:cNvPr id="159" name="圆角矩形 158"/>
            <p:cNvSpPr/>
            <p:nvPr userDrawn="1"/>
          </p:nvSpPr>
          <p:spPr>
            <a:xfrm>
              <a:off x="36520" y="31226"/>
              <a:ext cx="3964" cy="1245"/>
            </a:xfrm>
            <a:prstGeom prst="roundRect">
              <a:avLst/>
            </a:prstGeom>
            <a:solidFill>
              <a:srgbClr val="ABEBB3"/>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mem_cpy</a:t>
              </a:r>
            </a:p>
          </p:txBody>
        </p:sp>
        <p:sp>
          <p:nvSpPr>
            <p:cNvPr id="160" name="圆角矩形 159"/>
            <p:cNvSpPr/>
            <p:nvPr userDrawn="1"/>
          </p:nvSpPr>
          <p:spPr>
            <a:xfrm>
              <a:off x="41014" y="31226"/>
              <a:ext cx="3925" cy="1245"/>
            </a:xfrm>
            <a:prstGeom prst="roundRect">
              <a:avLst/>
            </a:prstGeom>
            <a:solidFill>
              <a:schemeClr val="accent3">
                <a:lumMod val="65000"/>
              </a:schemeClr>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execute</a:t>
              </a:r>
            </a:p>
          </p:txBody>
        </p:sp>
        <p:sp>
          <p:nvSpPr>
            <p:cNvPr id="45" name="圆角矩形 44"/>
            <p:cNvSpPr/>
            <p:nvPr userDrawn="1"/>
          </p:nvSpPr>
          <p:spPr>
            <a:xfrm>
              <a:off x="31523" y="25363"/>
              <a:ext cx="13663" cy="3713"/>
            </a:xfrm>
            <a:prstGeom prst="roundRect">
              <a:avLst>
                <a:gd name="adj" fmla="val 4472"/>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tx1"/>
            </a:fontRef>
          </p:style>
          <p:txBody>
            <a:bodyPr vert="horz" wrap="square" lIns="77648" tIns="38824" rIns="77648" bIns="38824" numCol="1" rtlCol="0" anchor="t" anchorCtr="0" compatLnSpc="1">
              <a:noAutofit/>
            </a:bodyPr>
            <a:lstStyle/>
            <a:p>
              <a:pPr marL="0" marR="0" indent="0" algn="ctr" defTabSz="914400" rtl="0" eaLnBrk="1" fontAlgn="base" latinLnBrk="0" hangingPunct="1">
                <a:lnSpc>
                  <a:spcPct val="150000"/>
                </a:lnSpc>
                <a:spcBef>
                  <a:spcPct val="0"/>
                </a:spcBef>
                <a:spcAft>
                  <a:spcPct val="0"/>
                </a:spcAft>
                <a:buClrTx/>
                <a:buSzTx/>
                <a:buFont typeface="Arial" panose="020B0604020202020204" pitchFamily="34" charset="0"/>
                <a:buNone/>
              </a:pPr>
              <a:r>
                <a:rPr lang="en-US" altLang="zh-CN" sz="2715">
                  <a:ln>
                    <a:noFill/>
                  </a:ln>
                  <a:solidFill>
                    <a:srgbClr val="000000"/>
                  </a:solidFill>
                  <a:effectLst/>
                  <a:latin typeface="Fira Code SemiBold" charset="0"/>
                  <a:ea typeface="Fira Code SemiBold" charset="0"/>
                  <a:cs typeface="Fira Code SemiBold" charset="0"/>
                </a:rPr>
                <a:t>Workflow</a:t>
              </a:r>
            </a:p>
          </p:txBody>
        </p:sp>
        <p:sp>
          <p:nvSpPr>
            <p:cNvPr id="46" name="圆角矩形 45"/>
            <p:cNvSpPr/>
            <p:nvPr userDrawn="1"/>
          </p:nvSpPr>
          <p:spPr>
            <a:xfrm>
              <a:off x="41139" y="27146"/>
              <a:ext cx="3424" cy="1245"/>
            </a:xfrm>
            <a:prstGeom prst="roundRect">
              <a:avLst/>
            </a:prstGeom>
            <a:solidFill>
              <a:srgbClr val="CCCC00"/>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fetch</a:t>
              </a:r>
            </a:p>
          </p:txBody>
        </p:sp>
        <p:sp>
          <p:nvSpPr>
            <p:cNvPr id="39" name="圆角矩形 38"/>
            <p:cNvSpPr/>
            <p:nvPr userDrawn="1"/>
          </p:nvSpPr>
          <p:spPr>
            <a:xfrm>
              <a:off x="36715" y="27146"/>
              <a:ext cx="3424" cy="1245"/>
            </a:xfrm>
            <a:prstGeom prst="roundRect">
              <a:avLst/>
            </a:prstGeom>
            <a:solidFill>
              <a:srgbClr val="B1D6C6"/>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encdec</a:t>
              </a:r>
            </a:p>
          </p:txBody>
        </p:sp>
        <p:sp>
          <p:nvSpPr>
            <p:cNvPr id="41" name="圆角矩形 40"/>
            <p:cNvSpPr/>
            <p:nvPr userDrawn="1"/>
          </p:nvSpPr>
          <p:spPr>
            <a:xfrm>
              <a:off x="32407" y="27146"/>
              <a:ext cx="3424" cy="1245"/>
            </a:xfrm>
            <a:prstGeom prst="roundRect">
              <a:avLst/>
            </a:prstGeom>
            <a:solidFill>
              <a:srgbClr val="A7D8DE"/>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execute</a:t>
              </a:r>
            </a:p>
          </p:txBody>
        </p:sp>
        <p:sp>
          <p:nvSpPr>
            <p:cNvPr id="167" name="圆角矩形 166"/>
            <p:cNvSpPr/>
            <p:nvPr userDrawn="1"/>
          </p:nvSpPr>
          <p:spPr>
            <a:xfrm>
              <a:off x="39105" y="34450"/>
              <a:ext cx="5475" cy="1583"/>
            </a:xfrm>
            <a:prstGeom prst="roundRect">
              <a:avLst/>
            </a:prstGeom>
            <a:solidFill>
              <a:srgbClr val="A7D8DE"/>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Memory State</a:t>
              </a:r>
            </a:p>
          </p:txBody>
        </p:sp>
        <p:cxnSp>
          <p:nvCxnSpPr>
            <p:cNvPr id="174" name="直接箭头连接符 173"/>
            <p:cNvCxnSpPr>
              <a:endCxn id="158" idx="0"/>
            </p:cNvCxnSpPr>
            <p:nvPr/>
          </p:nvCxnSpPr>
          <p:spPr>
            <a:xfrm>
              <a:off x="34119" y="28391"/>
              <a:ext cx="0" cy="2910"/>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64" name="直接箭头连接符 163"/>
            <p:cNvCxnSpPr>
              <a:stCxn id="160" idx="0"/>
              <a:endCxn id="46" idx="2"/>
            </p:cNvCxnSpPr>
            <p:nvPr/>
          </p:nvCxnSpPr>
          <p:spPr>
            <a:xfrm flipH="1" flipV="1">
              <a:off x="42851" y="28391"/>
              <a:ext cx="126" cy="283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75" name="直接箭头连接符 174"/>
            <p:cNvCxnSpPr>
              <a:stCxn id="41" idx="2"/>
              <a:endCxn id="159" idx="0"/>
            </p:cNvCxnSpPr>
            <p:nvPr/>
          </p:nvCxnSpPr>
          <p:spPr>
            <a:xfrm>
              <a:off x="34119" y="28391"/>
              <a:ext cx="4383" cy="2835"/>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sp>
          <p:nvSpPr>
            <p:cNvPr id="179" name="圆角矩形 178"/>
            <p:cNvSpPr/>
            <p:nvPr userDrawn="1"/>
          </p:nvSpPr>
          <p:spPr>
            <a:xfrm>
              <a:off x="32407" y="34580"/>
              <a:ext cx="5547" cy="1583"/>
            </a:xfrm>
            <a:prstGeom prst="roundRect">
              <a:avLst/>
            </a:prstGeom>
            <a:solidFill>
              <a:schemeClr val="accent6">
                <a:lumMod val="40000"/>
                <a:lumOff val="60000"/>
              </a:schemeClr>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pc/nextpc</a:t>
              </a:r>
            </a:p>
          </p:txBody>
        </p:sp>
        <p:cxnSp>
          <p:nvCxnSpPr>
            <p:cNvPr id="183" name="直接箭头连接符 182"/>
            <p:cNvCxnSpPr>
              <a:stCxn id="158" idx="2"/>
              <a:endCxn id="178" idx="3"/>
            </p:cNvCxnSpPr>
            <p:nvPr/>
          </p:nvCxnSpPr>
          <p:spPr>
            <a:xfrm>
              <a:off x="34119" y="32546"/>
              <a:ext cx="1015" cy="1588"/>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cxnSp>
          <p:nvCxnSpPr>
            <p:cNvPr id="184" name="直接箭头连接符 183"/>
            <p:cNvCxnSpPr>
              <a:endCxn id="167" idx="0"/>
            </p:cNvCxnSpPr>
            <p:nvPr/>
          </p:nvCxnSpPr>
          <p:spPr>
            <a:xfrm>
              <a:off x="39872" y="32546"/>
              <a:ext cx="1971" cy="1904"/>
            </a:xfrm>
            <a:prstGeom prst="straightConnector1">
              <a:avLst/>
            </a:prstGeom>
            <a:solidFill>
              <a:schemeClr val="accent1"/>
            </a:solidFill>
            <a:ln w="9525" cap="flat" cmpd="sng" algn="ctr">
              <a:solidFill>
                <a:schemeClr val="tx1"/>
              </a:solidFill>
              <a:prstDash val="solid"/>
              <a:round/>
              <a:headEnd type="none" w="med" len="med"/>
              <a:tailEnd type="arrow" w="med" len="med"/>
            </a:ln>
          </p:spPr>
        </p:cxnSp>
      </p:grpSp>
      <p:sp>
        <p:nvSpPr>
          <p:cNvPr id="196" name="圆角矩形 195"/>
          <p:cNvSpPr/>
          <p:nvPr userDrawn="1"/>
        </p:nvSpPr>
        <p:spPr>
          <a:xfrm>
            <a:off x="1371283" y="34446280"/>
            <a:ext cx="3631565" cy="7379335"/>
          </a:xfrm>
          <a:prstGeom prst="roundRect">
            <a:avLst>
              <a:gd name="adj" fmla="val 4472"/>
            </a:avLst>
          </a:prstGeom>
          <a:noFill/>
          <a:ln w="38100" cap="flat" cmpd="sng" algn="ctr">
            <a:solidFill>
              <a:srgbClr val="002060">
                <a:alpha val="100000"/>
              </a:srgbClr>
            </a:solidFill>
            <a:prstDash val="dash"/>
            <a:miter lim="800000"/>
          </a:ln>
        </p:spPr>
        <p:txBody>
          <a:bodyPr vert="horz" wrap="square" lIns="77648" tIns="38824" rIns="77648" bIns="38824" numCol="1" rtlCol="0" anchor="t" anchorCtr="0" compatLnSpc="1">
            <a:noAutofit/>
          </a:bodyPr>
          <a:lstStyle/>
          <a:p>
            <a:pPr marL="0" marR="0" indent="0" algn="ctr" defTabSz="914400" rtl="0" eaLnBrk="1" fontAlgn="base" latinLnBrk="0" hangingPunct="1">
              <a:lnSpc>
                <a:spcPct val="150000"/>
              </a:lnSpc>
              <a:spcBef>
                <a:spcPct val="0"/>
              </a:spcBef>
              <a:spcAft>
                <a:spcPct val="0"/>
              </a:spcAft>
              <a:buClrTx/>
              <a:buSzTx/>
              <a:buFont typeface="Arial" panose="020B0604020202020204" pitchFamily="34" charset="0"/>
              <a:buNone/>
            </a:pPr>
            <a:endParaRPr lang="en-US" altLang="zh-CN" sz="2715">
              <a:ln>
                <a:noFill/>
              </a:ln>
              <a:solidFill>
                <a:srgbClr val="426877"/>
              </a:solidFill>
              <a:effectLst/>
              <a:latin typeface="Fira Code SemiBold" charset="0"/>
              <a:ea typeface="Fira Code SemiBold" charset="0"/>
              <a:cs typeface="Fira Code SemiBold" charset="0"/>
            </a:endParaRPr>
          </a:p>
        </p:txBody>
      </p:sp>
      <p:grpSp>
        <p:nvGrpSpPr>
          <p:cNvPr id="206" name="组合 205"/>
          <p:cNvGrpSpPr/>
          <p:nvPr/>
        </p:nvGrpSpPr>
        <p:grpSpPr>
          <a:xfrm>
            <a:off x="1375728" y="30361325"/>
            <a:ext cx="3627120" cy="3826510"/>
            <a:chOff x="24817" y="23733"/>
            <a:chExt cx="5712" cy="6026"/>
          </a:xfrm>
        </p:grpSpPr>
        <p:grpSp>
          <p:nvGrpSpPr>
            <p:cNvPr id="148" name="组合 147"/>
            <p:cNvGrpSpPr/>
            <p:nvPr/>
          </p:nvGrpSpPr>
          <p:grpSpPr>
            <a:xfrm>
              <a:off x="25155" y="24506"/>
              <a:ext cx="5092" cy="4251"/>
              <a:chOff x="27182" y="38433"/>
              <a:chExt cx="6564" cy="4530"/>
            </a:xfrm>
          </p:grpSpPr>
          <p:sp>
            <p:nvSpPr>
              <p:cNvPr id="127" name="圆角矩形 126"/>
              <p:cNvSpPr/>
              <p:nvPr userDrawn="1"/>
            </p:nvSpPr>
            <p:spPr>
              <a:xfrm>
                <a:off x="27797" y="38433"/>
                <a:ext cx="4511" cy="1245"/>
              </a:xfrm>
              <a:prstGeom prst="roundRect">
                <a:avLst/>
              </a:prstGeom>
              <a:solidFill>
                <a:srgbClr val="FFCEA4"/>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test.elf</a:t>
                </a:r>
              </a:p>
            </p:txBody>
          </p:sp>
          <p:grpSp>
            <p:nvGrpSpPr>
              <p:cNvPr id="140" name="组合 139"/>
              <p:cNvGrpSpPr/>
              <p:nvPr/>
            </p:nvGrpSpPr>
            <p:grpSpPr>
              <a:xfrm>
                <a:off x="27182" y="40523"/>
                <a:ext cx="6564" cy="2440"/>
                <a:chOff x="28055" y="29439"/>
                <a:chExt cx="6564" cy="2440"/>
              </a:xfrm>
            </p:grpSpPr>
            <p:sp>
              <p:nvSpPr>
                <p:cNvPr id="130" name="圆角矩形 129"/>
                <p:cNvSpPr/>
                <p:nvPr userDrawn="1"/>
              </p:nvSpPr>
              <p:spPr>
                <a:xfrm>
                  <a:off x="28055" y="29439"/>
                  <a:ext cx="5564" cy="1440"/>
                </a:xfrm>
                <a:prstGeom prst="roundRect">
                  <a:avLst/>
                </a:prstGeom>
                <a:solidFill>
                  <a:srgbClr val="A7D8DE"/>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Instruction</a:t>
                  </a:r>
                </a:p>
              </p:txBody>
            </p:sp>
            <p:sp>
              <p:nvSpPr>
                <p:cNvPr id="131" name="圆角矩形 130"/>
                <p:cNvSpPr/>
                <p:nvPr userDrawn="1"/>
              </p:nvSpPr>
              <p:spPr>
                <a:xfrm>
                  <a:off x="28255" y="29639"/>
                  <a:ext cx="5564" cy="1440"/>
                </a:xfrm>
                <a:prstGeom prst="roundRect">
                  <a:avLst/>
                </a:prstGeom>
                <a:solidFill>
                  <a:srgbClr val="A7D8DE"/>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Instruction</a:t>
                  </a:r>
                </a:p>
              </p:txBody>
            </p:sp>
            <p:sp>
              <p:nvSpPr>
                <p:cNvPr id="132" name="圆角矩形 131"/>
                <p:cNvSpPr/>
                <p:nvPr userDrawn="1"/>
              </p:nvSpPr>
              <p:spPr>
                <a:xfrm>
                  <a:off x="28455" y="29839"/>
                  <a:ext cx="5564" cy="1440"/>
                </a:xfrm>
                <a:prstGeom prst="roundRect">
                  <a:avLst/>
                </a:prstGeom>
                <a:solidFill>
                  <a:srgbClr val="A7D8DE"/>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Instruction</a:t>
                  </a:r>
                </a:p>
              </p:txBody>
            </p:sp>
            <p:sp>
              <p:nvSpPr>
                <p:cNvPr id="133" name="圆角矩形 132"/>
                <p:cNvSpPr/>
                <p:nvPr userDrawn="1"/>
              </p:nvSpPr>
              <p:spPr>
                <a:xfrm>
                  <a:off x="28655" y="30039"/>
                  <a:ext cx="5564" cy="1440"/>
                </a:xfrm>
                <a:prstGeom prst="roundRect">
                  <a:avLst/>
                </a:prstGeom>
                <a:solidFill>
                  <a:srgbClr val="A7D8DE"/>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Instruction</a:t>
                  </a:r>
                </a:p>
              </p:txBody>
            </p:sp>
            <p:sp>
              <p:nvSpPr>
                <p:cNvPr id="138" name="圆角矩形 137"/>
                <p:cNvSpPr/>
                <p:nvPr userDrawn="1"/>
              </p:nvSpPr>
              <p:spPr>
                <a:xfrm>
                  <a:off x="28855" y="30239"/>
                  <a:ext cx="5564" cy="1440"/>
                </a:xfrm>
                <a:prstGeom prst="roundRect">
                  <a:avLst/>
                </a:prstGeom>
                <a:solidFill>
                  <a:srgbClr val="A7D8DE"/>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Instruction</a:t>
                  </a:r>
                </a:p>
              </p:txBody>
            </p:sp>
            <p:sp>
              <p:nvSpPr>
                <p:cNvPr id="139" name="圆角矩形 138"/>
                <p:cNvSpPr/>
                <p:nvPr userDrawn="1"/>
              </p:nvSpPr>
              <p:spPr>
                <a:xfrm>
                  <a:off x="29055" y="30439"/>
                  <a:ext cx="5564" cy="1440"/>
                </a:xfrm>
                <a:prstGeom prst="roundRect">
                  <a:avLst/>
                </a:prstGeom>
                <a:solidFill>
                  <a:srgbClr val="A7D8DE"/>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Instruction</a:t>
                  </a:r>
                </a:p>
              </p:txBody>
            </p:sp>
          </p:grpSp>
        </p:grpSp>
        <p:sp>
          <p:nvSpPr>
            <p:cNvPr id="197" name="圆角矩形 196"/>
            <p:cNvSpPr/>
            <p:nvPr userDrawn="1"/>
          </p:nvSpPr>
          <p:spPr>
            <a:xfrm>
              <a:off x="24817" y="23733"/>
              <a:ext cx="5712" cy="6027"/>
            </a:xfrm>
            <a:prstGeom prst="roundRect">
              <a:avLst>
                <a:gd name="adj" fmla="val 4472"/>
              </a:avLst>
            </a:prstGeom>
            <a:noFill/>
            <a:ln w="38100" cap="flat" cmpd="sng" algn="ctr">
              <a:solidFill>
                <a:srgbClr val="002060">
                  <a:alpha val="100000"/>
                </a:srgbClr>
              </a:solidFill>
              <a:prstDash val="dash"/>
              <a:miter lim="800000"/>
            </a:ln>
          </p:spPr>
          <p:txBody>
            <a:bodyPr vert="horz" wrap="square" lIns="77648" tIns="38824" rIns="77648" bIns="38824" numCol="1" rtlCol="0" anchor="t" anchorCtr="0" compatLnSpc="1">
              <a:noAutofit/>
            </a:bodyPr>
            <a:lstStyle/>
            <a:p>
              <a:pPr marL="0" marR="0" indent="0" algn="ctr" defTabSz="914400" rtl="0" eaLnBrk="1" fontAlgn="base" latinLnBrk="0" hangingPunct="1">
                <a:lnSpc>
                  <a:spcPct val="150000"/>
                </a:lnSpc>
                <a:spcBef>
                  <a:spcPct val="0"/>
                </a:spcBef>
                <a:spcAft>
                  <a:spcPct val="0"/>
                </a:spcAft>
                <a:buClrTx/>
                <a:buSzTx/>
                <a:buFont typeface="Arial" panose="020B0604020202020204" pitchFamily="34" charset="0"/>
                <a:buNone/>
              </a:pPr>
              <a:endParaRPr lang="en-US" altLang="zh-CN" sz="2715">
                <a:ln>
                  <a:noFill/>
                </a:ln>
                <a:solidFill>
                  <a:srgbClr val="426877"/>
                </a:solidFill>
                <a:effectLst/>
                <a:latin typeface="Fira Code SemiBold" charset="0"/>
                <a:ea typeface="Fira Code SemiBold" charset="0"/>
                <a:cs typeface="Fira Code SemiBold" charset="0"/>
              </a:endParaRPr>
            </a:p>
          </p:txBody>
        </p:sp>
      </p:grpSp>
      <p:sp>
        <p:nvSpPr>
          <p:cNvPr id="204" name="圆角矩形 203"/>
          <p:cNvSpPr/>
          <p:nvPr userDrawn="1"/>
        </p:nvSpPr>
        <p:spPr>
          <a:xfrm>
            <a:off x="1688783" y="38171825"/>
            <a:ext cx="3054350" cy="1005205"/>
          </a:xfrm>
          <a:prstGeom prst="roundRect">
            <a:avLst/>
          </a:prstGeom>
          <a:solidFill>
            <a:schemeClr val="accent6">
              <a:lumMod val="20000"/>
              <a:lumOff val="80000"/>
            </a:schemeClr>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Pydrofoil</a:t>
            </a:r>
          </a:p>
        </p:txBody>
      </p:sp>
      <p:sp>
        <p:nvSpPr>
          <p:cNvPr id="207" name="文本框 206"/>
          <p:cNvSpPr txBox="1"/>
          <p:nvPr/>
        </p:nvSpPr>
        <p:spPr>
          <a:xfrm>
            <a:off x="15847695" y="28738871"/>
            <a:ext cx="13314680" cy="6660515"/>
          </a:xfrm>
          <a:prstGeom prst="rect">
            <a:avLst/>
          </a:prstGeom>
          <a:noFill/>
        </p:spPr>
        <p:txBody>
          <a:bodyPr wrap="square" rtlCol="0" anchor="t">
            <a:noAutofit/>
          </a:bodyPr>
          <a:lstStyle/>
          <a:p>
            <a:pPr marL="571500" indent="-571500" algn="l">
              <a:lnSpc>
                <a:spcPct val="110000"/>
              </a:lnSpc>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sym typeface="+mn-ea"/>
              </a:rPr>
              <a:t>This work presents a practical way to apply the RISC-V Sail model to chip verification by combining Sail semantics, </a:t>
            </a:r>
            <a:r>
              <a:rPr lang="en-US" altLang="zh-CN" sz="3735" dirty="0" err="1">
                <a:latin typeface="Times New Roman" panose="02020603050405020304" charset="0"/>
                <a:ea typeface="Times New Roman" panose="02020603050405020304" charset="0"/>
                <a:cs typeface="Times New Roman" panose="02020603050405020304" charset="0"/>
                <a:sym typeface="+mn-ea"/>
              </a:rPr>
              <a:t>pydrofoil</a:t>
            </a:r>
            <a:r>
              <a:rPr lang="en-US" altLang="zh-CN" sz="3735" dirty="0">
                <a:latin typeface="Times New Roman" panose="02020603050405020304" charset="0"/>
                <a:ea typeface="Times New Roman" panose="02020603050405020304" charset="0"/>
                <a:cs typeface="Times New Roman" panose="02020603050405020304" charset="0"/>
                <a:sym typeface="+mn-ea"/>
              </a:rPr>
              <a:t> performance, and a lightweight python + </a:t>
            </a:r>
            <a:r>
              <a:rPr lang="en-US" altLang="zh-CN" sz="3735" dirty="0" err="1">
                <a:latin typeface="Times New Roman" panose="02020603050405020304" charset="0"/>
                <a:ea typeface="Times New Roman" panose="02020603050405020304" charset="0"/>
                <a:cs typeface="Times New Roman" panose="02020603050405020304" charset="0"/>
                <a:sym typeface="+mn-ea"/>
              </a:rPr>
              <a:t>cffi</a:t>
            </a:r>
            <a:r>
              <a:rPr lang="en-US" altLang="zh-CN" sz="3735" dirty="0">
                <a:latin typeface="Times New Roman" panose="02020603050405020304" charset="0"/>
                <a:ea typeface="Times New Roman" panose="02020603050405020304" charset="0"/>
                <a:cs typeface="Times New Roman" panose="02020603050405020304" charset="0"/>
                <a:sym typeface="+mn-ea"/>
              </a:rPr>
              <a:t> adapter. The approach keeps the existing </a:t>
            </a:r>
            <a:r>
              <a:rPr lang="en-US" altLang="zh-CN" sz="3735" dirty="0" err="1">
                <a:latin typeface="Times New Roman" panose="02020603050405020304" charset="0"/>
                <a:ea typeface="Times New Roman" panose="02020603050405020304" charset="0"/>
                <a:cs typeface="Times New Roman" panose="02020603050405020304" charset="0"/>
                <a:sym typeface="+mn-ea"/>
              </a:rPr>
              <a:t>difftest</a:t>
            </a:r>
            <a:r>
              <a:rPr lang="en-US" altLang="zh-CN" sz="3735" dirty="0">
                <a:latin typeface="Times New Roman" panose="02020603050405020304" charset="0"/>
                <a:ea typeface="Times New Roman" panose="02020603050405020304" charset="0"/>
                <a:cs typeface="Times New Roman" panose="02020603050405020304" charset="0"/>
                <a:sym typeface="+mn-ea"/>
              </a:rPr>
              <a:t> structure largely intact and reduces integration complexity, while preserving the core advantage of a formally grounded reference model. </a:t>
            </a:r>
          </a:p>
          <a:p>
            <a:pPr algn="l">
              <a:lnSpc>
                <a:spcPct val="110000"/>
              </a:lnSpc>
            </a:pPr>
            <a:endParaRPr lang="en-US" altLang="zh-CN" sz="3735" dirty="0">
              <a:latin typeface="Times New Roman" panose="02020603050405020304" charset="0"/>
              <a:ea typeface="Times New Roman" panose="02020603050405020304" charset="0"/>
              <a:cs typeface="Times New Roman" panose="02020603050405020304" charset="0"/>
              <a:sym typeface="+mn-ea"/>
            </a:endParaRPr>
          </a:p>
          <a:p>
            <a:pPr marL="571500" indent="-571500" algn="l">
              <a:lnSpc>
                <a:spcPct val="110000"/>
              </a:lnSpc>
              <a:buFont typeface="Wingdings" panose="05000000000000000000" charset="0"/>
              <a:buChar char="p"/>
            </a:pPr>
            <a:r>
              <a:rPr lang="en-US" altLang="zh-CN" sz="3735" dirty="0">
                <a:latin typeface="Times New Roman" panose="02020603050405020304" charset="0"/>
                <a:ea typeface="Times New Roman" panose="02020603050405020304" charset="0"/>
                <a:cs typeface="Times New Roman" panose="02020603050405020304" charset="0"/>
                <a:sym typeface="+mn-ea"/>
              </a:rPr>
              <a:t>The experiments also show that future progress depends on toolchain maturity and feature alignment. </a:t>
            </a:r>
            <a:r>
              <a:rPr lang="en-US" altLang="zh-CN" sz="3735" dirty="0" err="1">
                <a:latin typeface="Times New Roman" panose="02020603050405020304" charset="0"/>
                <a:ea typeface="Times New Roman" panose="02020603050405020304" charset="0"/>
                <a:cs typeface="Times New Roman" panose="02020603050405020304" charset="0"/>
                <a:sym typeface="+mn-ea"/>
              </a:rPr>
              <a:t>Pydrofoil</a:t>
            </a:r>
            <a:r>
              <a:rPr lang="en-US" altLang="zh-CN" sz="3735" dirty="0">
                <a:latin typeface="Times New Roman" panose="02020603050405020304" charset="0"/>
                <a:ea typeface="Times New Roman" panose="02020603050405020304" charset="0"/>
                <a:cs typeface="Times New Roman" panose="02020603050405020304" charset="0"/>
                <a:sym typeface="+mn-ea"/>
              </a:rPr>
              <a:t> is currently tied to a specific commit and still needs substantial updates. Moving to newer versions with broader extension support and more common interfaces is necessary for deeper experimentation and wider adoption. </a:t>
            </a:r>
            <a:endParaRPr lang="en-US" altLang="zh-CN" sz="3735" dirty="0">
              <a:latin typeface="Times New Roman" panose="02020603050405020304" charset="0"/>
              <a:ea typeface="Times New Roman" panose="02020603050405020304" charset="0"/>
              <a:cs typeface="Times New Roman" panose="02020603050405020304" charset="0"/>
            </a:endParaRPr>
          </a:p>
        </p:txBody>
      </p:sp>
      <p:sp>
        <p:nvSpPr>
          <p:cNvPr id="208" name="圆角矩形 207"/>
          <p:cNvSpPr/>
          <p:nvPr userDrawn="1"/>
        </p:nvSpPr>
        <p:spPr>
          <a:xfrm>
            <a:off x="1651318" y="39632960"/>
            <a:ext cx="3049270" cy="1515745"/>
          </a:xfrm>
          <a:prstGeom prst="roundRect">
            <a:avLst/>
          </a:prstGeom>
          <a:solidFill>
            <a:schemeClr val="accent6">
              <a:lumMod val="40000"/>
              <a:lumOff val="60000"/>
            </a:schemeClr>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Sail Model</a:t>
            </a:r>
          </a:p>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States</a:t>
            </a:r>
          </a:p>
        </p:txBody>
      </p:sp>
      <p:sp>
        <p:nvSpPr>
          <p:cNvPr id="210" name="文本框 209"/>
          <p:cNvSpPr txBox="1"/>
          <p:nvPr/>
        </p:nvSpPr>
        <p:spPr>
          <a:xfrm>
            <a:off x="1688783" y="34829820"/>
            <a:ext cx="3011805" cy="1346835"/>
          </a:xfrm>
          <a:prstGeom prst="rect">
            <a:avLst/>
          </a:prstGeom>
          <a:noFill/>
        </p:spPr>
        <p:txBody>
          <a:bodyPr wrap="square" rtlCol="0">
            <a:noAutofit/>
          </a:bodyPr>
          <a:lstStyle/>
          <a:p>
            <a:r>
              <a:rPr lang="en-US" altLang="zh-CN" sz="2800">
                <a:latin typeface="Fira Code SemiBold" charset="0"/>
                <a:cs typeface="Fira Code SemiBold" charset="0"/>
              </a:rPr>
              <a:t>Python Implemation</a:t>
            </a:r>
          </a:p>
        </p:txBody>
      </p:sp>
      <p:sp>
        <p:nvSpPr>
          <p:cNvPr id="211" name="圆角矩形 210"/>
          <p:cNvSpPr/>
          <p:nvPr userDrawn="1"/>
        </p:nvSpPr>
        <p:spPr>
          <a:xfrm>
            <a:off x="1688783" y="36567815"/>
            <a:ext cx="3054350" cy="1005205"/>
          </a:xfrm>
          <a:prstGeom prst="roundRect">
            <a:avLst/>
          </a:prstGeom>
          <a:solidFill>
            <a:srgbClr val="DCE8F5"/>
          </a:solidFill>
          <a:ln w="12700" cap="flat" cmpd="sng" algn="ctr">
            <a:solidFill>
              <a:srgbClr val="AEB5C0">
                <a:alpha val="100000"/>
              </a:srgbClr>
            </a:solidFill>
            <a:prstDash val="solid"/>
            <a:miter lim="800000"/>
          </a:ln>
        </p:spPr>
        <p:txBody>
          <a:bodyPr vert="horz" wrap="square" lIns="77648" tIns="38824" rIns="77648" bIns="38824" numCol="1" rtlCol="0" anchor="ctr" anchorCtr="0" compatLnSpc="1">
            <a:noAutofit/>
          </a:bodyPr>
          <a:lstStyle/>
          <a:p>
            <a:pPr marR="0" algn="ctr" defTabSz="914400" rtl="0" eaLnBrk="1" fontAlgn="base" latinLnBrk="0" hangingPunct="1">
              <a:lnSpc>
                <a:spcPct val="100000"/>
              </a:lnSpc>
              <a:spcBef>
                <a:spcPct val="0"/>
              </a:spcBef>
              <a:spcAft>
                <a:spcPct val="0"/>
              </a:spcAft>
              <a:buClrTx/>
              <a:buSzTx/>
              <a:buNone/>
            </a:pPr>
            <a:r>
              <a:rPr lang="en-US" altLang="zh-CN" sz="2715">
                <a:ln>
                  <a:noFill/>
                </a:ln>
                <a:solidFill>
                  <a:srgbClr val="000000"/>
                </a:solidFill>
                <a:effectLst/>
                <a:latin typeface="Fira Code SemiBold" charset="0"/>
                <a:ea typeface="Fira Code SemiBold" charset="0"/>
                <a:cs typeface="Fira Code SemiBold" charset="0"/>
              </a:rPr>
              <a:t>Python Wrapper</a:t>
            </a:r>
          </a:p>
        </p:txBody>
      </p:sp>
      <p:pic>
        <p:nvPicPr>
          <p:cNvPr id="8" name="图片 7">
            <a:extLst>
              <a:ext uri="{FF2B5EF4-FFF2-40B4-BE49-F238E27FC236}">
                <a16:creationId xmlns:a16="http://schemas.microsoft.com/office/drawing/2014/main" id="{B2C41A63-3274-963B-2BF6-31D5CB83F6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214963" y="24392594"/>
            <a:ext cx="12947412" cy="2680076"/>
          </a:xfrm>
          <a:prstGeom prst="rect">
            <a:avLst/>
          </a:prstGeom>
        </p:spPr>
      </p:pic>
      <p:pic>
        <p:nvPicPr>
          <p:cNvPr id="13" name="图片 12" descr="QR Code Image">
            <a:extLst>
              <a:ext uri="{FF2B5EF4-FFF2-40B4-BE49-F238E27FC236}">
                <a16:creationId xmlns:a16="http://schemas.microsoft.com/office/drawing/2014/main" id="{99DDF121-9FD7-4070-DE6B-697B460EB1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947938" y="37338705"/>
            <a:ext cx="3810000" cy="3810000"/>
          </a:xfrm>
          <a:prstGeom prst="rect">
            <a:avLst/>
          </a:prstGeom>
          <a:noFill/>
          <a:ln>
            <a:noFill/>
          </a:ln>
        </p:spPr>
      </p:pic>
      <p:pic>
        <p:nvPicPr>
          <p:cNvPr id="15" name="图片 14" descr="QR Code Image">
            <a:extLst>
              <a:ext uri="{FF2B5EF4-FFF2-40B4-BE49-F238E27FC236}">
                <a16:creationId xmlns:a16="http://schemas.microsoft.com/office/drawing/2014/main" id="{0CF0F93B-17DB-0144-121C-73BB72D1512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0594816" y="37338705"/>
            <a:ext cx="3810000" cy="3810000"/>
          </a:xfrm>
          <a:prstGeom prst="rect">
            <a:avLst/>
          </a:prstGeom>
          <a:noFill/>
          <a:ln>
            <a:noFill/>
          </a:ln>
        </p:spPr>
      </p:pic>
      <p:sp>
        <p:nvSpPr>
          <p:cNvPr id="18" name="文本框 17">
            <a:extLst>
              <a:ext uri="{FF2B5EF4-FFF2-40B4-BE49-F238E27FC236}">
                <a16:creationId xmlns:a16="http://schemas.microsoft.com/office/drawing/2014/main" id="{94CCC7CD-3FED-3FAD-B763-7B906AD14D08}"/>
              </a:ext>
            </a:extLst>
          </p:cNvPr>
          <p:cNvSpPr txBox="1"/>
          <p:nvPr/>
        </p:nvSpPr>
        <p:spPr>
          <a:xfrm>
            <a:off x="17027438" y="41283531"/>
            <a:ext cx="5461000" cy="584775"/>
          </a:xfrm>
          <a:prstGeom prst="rect">
            <a:avLst/>
          </a:prstGeom>
          <a:noFill/>
        </p:spPr>
        <p:txBody>
          <a:bodyPr wrap="square" rtlCol="0">
            <a:spAutoFit/>
          </a:bodyPr>
          <a:lstStyle/>
          <a:p>
            <a:r>
              <a:rPr lang="es-ES" altLang="zh-CN" sz="3200" dirty="0">
                <a:solidFill>
                  <a:schemeClr val="dk1"/>
                </a:solidFill>
              </a:rPr>
              <a:t>sail-riscv</a:t>
            </a:r>
            <a:endParaRPr lang="zh-CN" altLang="en-US" sz="3200" dirty="0"/>
          </a:p>
        </p:txBody>
      </p:sp>
      <p:sp>
        <p:nvSpPr>
          <p:cNvPr id="19" name="文本框 18">
            <a:extLst>
              <a:ext uri="{FF2B5EF4-FFF2-40B4-BE49-F238E27FC236}">
                <a16:creationId xmlns:a16="http://schemas.microsoft.com/office/drawing/2014/main" id="{470831BB-CDAA-2632-3BFA-1C1E2ECE0026}"/>
              </a:ext>
            </a:extLst>
          </p:cNvPr>
          <p:cNvSpPr txBox="1"/>
          <p:nvPr/>
        </p:nvSpPr>
        <p:spPr>
          <a:xfrm>
            <a:off x="21600434" y="41283530"/>
            <a:ext cx="5461000" cy="584775"/>
          </a:xfrm>
          <a:prstGeom prst="rect">
            <a:avLst/>
          </a:prstGeom>
          <a:noFill/>
        </p:spPr>
        <p:txBody>
          <a:bodyPr wrap="square" rtlCol="0">
            <a:spAutoFit/>
          </a:bodyPr>
          <a:lstStyle/>
          <a:p>
            <a:r>
              <a:rPr lang="es-ES" altLang="zh-CN" sz="3200" dirty="0">
                <a:solidFill>
                  <a:schemeClr val="dk1"/>
                </a:solidFill>
              </a:rPr>
              <a:t>pydrofoil</a:t>
            </a:r>
            <a:endParaRPr lang="zh-CN" altLang="en-US" sz="3200" dirty="0"/>
          </a:p>
        </p:txBody>
      </p:sp>
      <p:sp>
        <p:nvSpPr>
          <p:cNvPr id="20" name="文本框 19">
            <a:extLst>
              <a:ext uri="{FF2B5EF4-FFF2-40B4-BE49-F238E27FC236}">
                <a16:creationId xmlns:a16="http://schemas.microsoft.com/office/drawing/2014/main" id="{466EDCF8-1848-1B22-3F9B-76FD3FD51BA7}"/>
              </a:ext>
            </a:extLst>
          </p:cNvPr>
          <p:cNvSpPr txBox="1"/>
          <p:nvPr/>
        </p:nvSpPr>
        <p:spPr>
          <a:xfrm>
            <a:off x="26547949" y="41223972"/>
            <a:ext cx="5461000" cy="584775"/>
          </a:xfrm>
          <a:prstGeom prst="rect">
            <a:avLst/>
          </a:prstGeom>
          <a:noFill/>
        </p:spPr>
        <p:txBody>
          <a:bodyPr wrap="square" rtlCol="0">
            <a:spAutoFit/>
          </a:bodyPr>
          <a:lstStyle/>
          <a:p>
            <a:r>
              <a:rPr lang="es-ES" altLang="zh-CN" sz="3200" dirty="0">
                <a:solidFill>
                  <a:schemeClr val="dk1"/>
                </a:solidFill>
              </a:rPr>
              <a:t>source</a:t>
            </a:r>
            <a:endParaRPr lang="zh-CN" altLang="en-US" sz="3200" dirty="0"/>
          </a:p>
        </p:txBody>
      </p:sp>
      <p:pic>
        <p:nvPicPr>
          <p:cNvPr id="1026" name="Picture 2" descr="QR Code Image">
            <a:extLst>
              <a:ext uri="{FF2B5EF4-FFF2-40B4-BE49-F238E27FC236}">
                <a16:creationId xmlns:a16="http://schemas.microsoft.com/office/drawing/2014/main" id="{3877B85F-A0A3-0A54-72D2-F1ADF8983C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12650" y="37338705"/>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8db0f92f-df17-41ef-839c-1a58a647785f"/>
  <p:tag name="COMMONDATA" val="eyJoZGlkIjoiY2MxOGY3NTkxZjI4NjVmNTM0NmYyMTM4NGU2Yzg4ZDI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8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85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F0"/>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642</Words>
  <Application>Microsoft Office PowerPoint</Application>
  <PresentationFormat>自定义</PresentationFormat>
  <Paragraphs>53</Paragraphs>
  <Slides>1</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vt:i4>
      </vt:variant>
    </vt:vector>
  </HeadingPairs>
  <TitlesOfParts>
    <vt:vector size="7" baseType="lpstr">
      <vt:lpstr>Arial</vt:lpstr>
      <vt:lpstr>Calibri</vt:lpstr>
      <vt:lpstr>Fira Code SemiBold</vt:lpstr>
      <vt:lpstr>Times New Roman</vt:lpstr>
      <vt:lpstr>Wingdings</vt:lpstr>
      <vt:lpstr>默认设计模板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Ying</dc:creator>
  <cp:lastModifiedBy>rdthg t</cp:lastModifiedBy>
  <cp:revision>14</cp:revision>
  <cp:lastPrinted>2026-05-11T07:25:57Z</cp:lastPrinted>
  <dcterms:created xsi:type="dcterms:W3CDTF">2025-11-14T03:29:40Z</dcterms:created>
  <dcterms:modified xsi:type="dcterms:W3CDTF">2026-05-11T08:06:17Z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78AFB7AD364A489D9AE9FCFDB7B1B747_13</vt:lpwstr>
  </property>
</Properties>
</file>